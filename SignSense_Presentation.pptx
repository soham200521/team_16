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ecdbf4-f3b3-fdf1-4bba-0850368b0c87}">
          <p14:sldIdLst>
            <p14:sldId id="256"/>
            <p14:sldId id="257"/>
            <p14:sldId id="258"/>
          </p14:sldIdLst>
        </p14:section>
        <p14:section name="Method" id="{ea4749f2-7f02-7d31-846c-18c26daf5b0e}">
          <p14:sldIdLst>
            <p14:sldId id="259"/>
            <p14:sldId id="260"/>
          </p14:sldIdLst>
        </p14:section>
        <p14:section name="Dataset" id="{d97c814c-5edd-c270-7902-b1132ca6979a}">
          <p14:sldIdLst>
            <p14:sldId id="261"/>
            <p14:sldId id="262"/>
            <p14:sldId id="263"/>
          </p14:sldIdLst>
        </p14:section>
        <p14:section name="Model" id="{f3bc560c-8997-fe15-3abf-9f6dace6978f}">
          <p14:sldIdLst>
            <p14:sldId id="264"/>
            <p14:sldId id="265"/>
          </p14:sldIdLst>
        </p14:section>
        <p14:section name="Results" id="{9c1558fe-6648-29b3-83a6-7018cb5879d7}">
          <p14:sldIdLst>
            <p14:sldId id="266"/>
            <p14:sldId id="267"/>
          </p14:sldIdLst>
        </p14:section>
        <p14:section name="Conclusion" id="{0002dd1d-e5b2-aee9-2575-77ac9d3224ae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+mn-lt"/>
              </a:rPr>
              <a:t>Training accuracy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2563EB"/>
            </a:solidFill>
            <a:ln w="190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Sheet1!$A$2:$A$701</c:f>
              <c:multiLvlStrCache>
                <c:ptCount val="70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>200</c:v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>300</c:v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>400</c:v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>500</c:v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>600</c:v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>700</c:v>
                  </c:pt>
                </c:lvl>
              </c:multiLvlStrCache>
            </c:multiLvlStrRef>
          </c:cat>
          <c:val>
            <c:numRef>
              <c:f>Sheet1!$B$2:$B$701</c:f>
              <c:numCache>
                <c:formatCode>General</c:formatCode>
                <c:ptCount val="700"/>
                <c:pt idx="0">
                  <c:v>0.4941</c:v>
                </c:pt>
                <c:pt idx="1">
                  <c:v>0.6824</c:v>
                </c:pt>
                <c:pt idx="2">
                  <c:v>0.4588</c:v>
                </c:pt>
                <c:pt idx="3">
                  <c:v>0.6118</c:v>
                </c:pt>
                <c:pt idx="4">
                  <c:v>0.6706</c:v>
                </c:pt>
                <c:pt idx="5">
                  <c:v>0.7176</c:v>
                </c:pt>
                <c:pt idx="6">
                  <c:v>0.7294</c:v>
                </c:pt>
                <c:pt idx="7">
                  <c:v>0.8706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0.9412</c:v>
                </c:pt>
                <c:pt idx="13">
                  <c:v>0.6118</c:v>
                </c:pt>
                <c:pt idx="14">
                  <c:v>0.5765</c:v>
                </c:pt>
                <c:pt idx="15">
                  <c:v>0.7765</c:v>
                </c:pt>
                <c:pt idx="16">
                  <c:v>1</c:v>
                </c:pt>
                <c:pt idx="17">
                  <c:v>0.9882</c:v>
                </c:pt>
                <c:pt idx="18">
                  <c:v>1</c:v>
                </c:pt>
                <c:pt idx="19">
                  <c:v>1</c:v>
                </c:pt>
                <c:pt idx="20">
                  <c:v>0.9882</c:v>
                </c:pt>
                <c:pt idx="21">
                  <c:v>1</c:v>
                </c:pt>
                <c:pt idx="22">
                  <c:v>0.8588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0.9176</c:v>
                </c:pt>
                <c:pt idx="37">
                  <c:v>0.7059</c:v>
                </c:pt>
                <c:pt idx="38">
                  <c:v>0.6588</c:v>
                </c:pt>
                <c:pt idx="39">
                  <c:v>0.7059</c:v>
                </c:pt>
                <c:pt idx="40">
                  <c:v>0.7176</c:v>
                </c:pt>
                <c:pt idx="41">
                  <c:v>0.8</c:v>
                </c:pt>
                <c:pt idx="42">
                  <c:v>0.9882</c:v>
                </c:pt>
                <c:pt idx="43">
                  <c:v>0.9882</c:v>
                </c:pt>
                <c:pt idx="44">
                  <c:v>0.9882</c:v>
                </c:pt>
                <c:pt idx="45">
                  <c:v>1</c:v>
                </c:pt>
                <c:pt idx="46">
                  <c:v>0.9412</c:v>
                </c:pt>
                <c:pt idx="47">
                  <c:v>0.8941</c:v>
                </c:pt>
                <c:pt idx="48">
                  <c:v>1</c:v>
                </c:pt>
                <c:pt idx="49">
                  <c:v>1</c:v>
                </c:pt>
                <c:pt idx="50">
                  <c:v>0.9412</c:v>
                </c:pt>
                <c:pt idx="51">
                  <c:v>0.9765</c:v>
                </c:pt>
                <c:pt idx="52">
                  <c:v>1</c:v>
                </c:pt>
                <c:pt idx="53">
                  <c:v>0.9176</c:v>
                </c:pt>
                <c:pt idx="54">
                  <c:v>0.9647</c:v>
                </c:pt>
                <c:pt idx="55">
                  <c:v>0.8824</c:v>
                </c:pt>
                <c:pt idx="56">
                  <c:v>0.7529</c:v>
                </c:pt>
                <c:pt idx="57">
                  <c:v>0.9176</c:v>
                </c:pt>
                <c:pt idx="58">
                  <c:v>0.9647</c:v>
                </c:pt>
                <c:pt idx="59">
                  <c:v>0.9882</c:v>
                </c:pt>
                <c:pt idx="60">
                  <c:v>0.9412</c:v>
                </c:pt>
                <c:pt idx="61">
                  <c:v>0.9765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1</c:v>
                </c:pt>
                <c:pt idx="651">
                  <c:v>1</c:v>
                </c:pt>
                <c:pt idx="652">
                  <c:v>1</c:v>
                </c:pt>
                <c:pt idx="653">
                  <c:v>1</c:v>
                </c:pt>
                <c:pt idx="654">
                  <c:v>1</c:v>
                </c:pt>
                <c:pt idx="655">
                  <c:v>1</c:v>
                </c:pt>
                <c:pt idx="656">
                  <c:v>1</c:v>
                </c:pt>
                <c:pt idx="657">
                  <c:v>1</c:v>
                </c:pt>
                <c:pt idx="658">
                  <c:v>1</c:v>
                </c:pt>
                <c:pt idx="659">
                  <c:v>1</c:v>
                </c:pt>
                <c:pt idx="660">
                  <c:v>1</c:v>
                </c:pt>
                <c:pt idx="661">
                  <c:v>1</c:v>
                </c:pt>
                <c:pt idx="662">
                  <c:v>1</c:v>
                </c:pt>
                <c:pt idx="663">
                  <c:v>1</c:v>
                </c:pt>
                <c:pt idx="664">
                  <c:v>1</c:v>
                </c:pt>
                <c:pt idx="665">
                  <c:v>1</c:v>
                </c:pt>
                <c:pt idx="666">
                  <c:v>1</c:v>
                </c:pt>
                <c:pt idx="667">
                  <c:v>1</c:v>
                </c:pt>
                <c:pt idx="668">
                  <c:v>1</c:v>
                </c:pt>
                <c:pt idx="669">
                  <c:v>1</c:v>
                </c:pt>
                <c:pt idx="670">
                  <c:v>1</c:v>
                </c:pt>
                <c:pt idx="671">
                  <c:v>1</c:v>
                </c:pt>
                <c:pt idx="672">
                  <c:v>1</c:v>
                </c:pt>
                <c:pt idx="673">
                  <c:v>1</c:v>
                </c:pt>
                <c:pt idx="674">
                  <c:v>1</c:v>
                </c:pt>
                <c:pt idx="675">
                  <c:v>1</c:v>
                </c:pt>
                <c:pt idx="676">
                  <c:v>1</c:v>
                </c:pt>
                <c:pt idx="677">
                  <c:v>1</c:v>
                </c:pt>
                <c:pt idx="678">
                  <c:v>1</c:v>
                </c:pt>
                <c:pt idx="679">
                  <c:v>1</c:v>
                </c:pt>
                <c:pt idx="680">
                  <c:v>1</c:v>
                </c:pt>
                <c:pt idx="681">
                  <c:v>1</c:v>
                </c:pt>
                <c:pt idx="682">
                  <c:v>1</c:v>
                </c:pt>
                <c:pt idx="683">
                  <c:v>1</c:v>
                </c:pt>
                <c:pt idx="684">
                  <c:v>1</c:v>
                </c:pt>
                <c:pt idx="685">
                  <c:v>1</c:v>
                </c:pt>
                <c:pt idx="686">
                  <c:v>1</c:v>
                </c:pt>
                <c:pt idx="687">
                  <c:v>1</c:v>
                </c:pt>
                <c:pt idx="688">
                  <c:v>1</c:v>
                </c:pt>
                <c:pt idx="689">
                  <c:v>1</c:v>
                </c:pt>
                <c:pt idx="690">
                  <c:v>1</c:v>
                </c:pt>
                <c:pt idx="691">
                  <c:v>1</c:v>
                </c:pt>
                <c:pt idx="692">
                  <c:v>1</c:v>
                </c:pt>
                <c:pt idx="693">
                  <c:v>1</c:v>
                </c:pt>
                <c:pt idx="694">
                  <c:v>1</c:v>
                </c:pt>
                <c:pt idx="695">
                  <c:v>1</c:v>
                </c:pt>
                <c:pt idx="696">
                  <c:v>1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+mn-lt"/>
                  </a:rPr>
                  <a:t>Epoch (1 to 700)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+mn-lt"/>
              </a:rPr>
              <a:t>Training loss (log scale)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F97316"/>
            </a:solidFill>
            <a:ln w="1905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Sheet1!$A$2:$A$701</c:f>
              <c:multiLvlStrCache>
                <c:ptCount val="70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>200</c:v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>300</c:v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>400</c:v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>500</c:v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>600</c:v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>700</c:v>
                  </c:pt>
                </c:lvl>
              </c:multiLvlStrCache>
            </c:multiLvlStrRef>
          </c:cat>
          <c:val>
            <c:numRef>
              <c:f>Sheet1!$B$2:$B$701</c:f>
              <c:numCache>
                <c:formatCode>General</c:formatCode>
                <c:ptCount val="700"/>
                <c:pt idx="0">
                  <c:v>1.0856</c:v>
                </c:pt>
                <c:pt idx="1">
                  <c:v>0.8364</c:v>
                </c:pt>
                <c:pt idx="2">
                  <c:v>1.7473</c:v>
                </c:pt>
                <c:pt idx="3">
                  <c:v>0.8511</c:v>
                </c:pt>
                <c:pt idx="4">
                  <c:v>0.8031</c:v>
                </c:pt>
                <c:pt idx="5">
                  <c:v>0.6037</c:v>
                </c:pt>
                <c:pt idx="6">
                  <c:v>0.4161</c:v>
                </c:pt>
                <c:pt idx="7">
                  <c:v>0.3243</c:v>
                </c:pt>
                <c:pt idx="8">
                  <c:v>0.2207</c:v>
                </c:pt>
                <c:pt idx="9">
                  <c:v>0.0246</c:v>
                </c:pt>
                <c:pt idx="10">
                  <c:v>0.0126</c:v>
                </c:pt>
                <c:pt idx="11">
                  <c:v>0.000027858</c:v>
                </c:pt>
                <c:pt idx="12">
                  <c:v>0.5908</c:v>
                </c:pt>
                <c:pt idx="13">
                  <c:v>10.7933</c:v>
                </c:pt>
                <c:pt idx="14">
                  <c:v>3.7549</c:v>
                </c:pt>
                <c:pt idx="15">
                  <c:v>0.663</c:v>
                </c:pt>
                <c:pt idx="16">
                  <c:v>0.1912</c:v>
                </c:pt>
                <c:pt idx="17">
                  <c:v>0.2218</c:v>
                </c:pt>
                <c:pt idx="18">
                  <c:v>0.171</c:v>
                </c:pt>
                <c:pt idx="19">
                  <c:v>0.2125</c:v>
                </c:pt>
                <c:pt idx="20">
                  <c:v>0.1328</c:v>
                </c:pt>
                <c:pt idx="21">
                  <c:v>0.0382</c:v>
                </c:pt>
                <c:pt idx="22">
                  <c:v>1.8412</c:v>
                </c:pt>
                <c:pt idx="23">
                  <c:v>0.0476</c:v>
                </c:pt>
                <c:pt idx="24">
                  <c:v>0.1631</c:v>
                </c:pt>
                <c:pt idx="25">
                  <c:v>0.1207</c:v>
                </c:pt>
                <c:pt idx="26">
                  <c:v>0.0225</c:v>
                </c:pt>
                <c:pt idx="27">
                  <c:v>0.00014482</c:v>
                </c:pt>
                <c:pt idx="28">
                  <c:v>0.0000061686</c:v>
                </c:pt>
                <c:pt idx="29">
                  <c:v>0.0000011065</c:v>
                </c:pt>
                <c:pt idx="30">
                  <c:v>6.8158e-7</c:v>
                </c:pt>
                <c:pt idx="31">
                  <c:v>4.3055e-7</c:v>
                </c:pt>
                <c:pt idx="32">
                  <c:v>2.3982e-7</c:v>
                </c:pt>
                <c:pt idx="33">
                  <c:v>1.5146e-7</c:v>
                </c:pt>
                <c:pt idx="34">
                  <c:v>1.15e-7</c:v>
                </c:pt>
                <c:pt idx="35">
                  <c:v>1.0799e-7</c:v>
                </c:pt>
                <c:pt idx="36">
                  <c:v>15.6725</c:v>
                </c:pt>
                <c:pt idx="37">
                  <c:v>9.1092</c:v>
                </c:pt>
                <c:pt idx="38">
                  <c:v>10.6705</c:v>
                </c:pt>
                <c:pt idx="39">
                  <c:v>3.2628</c:v>
                </c:pt>
                <c:pt idx="40">
                  <c:v>1.9777</c:v>
                </c:pt>
                <c:pt idx="41">
                  <c:v>1.1358</c:v>
                </c:pt>
                <c:pt idx="42">
                  <c:v>0.0218</c:v>
                </c:pt>
                <c:pt idx="43">
                  <c:v>0.0481</c:v>
                </c:pt>
                <c:pt idx="44">
                  <c:v>0.0283</c:v>
                </c:pt>
                <c:pt idx="45">
                  <c:v>0.0067</c:v>
                </c:pt>
                <c:pt idx="46">
                  <c:v>0.4113</c:v>
                </c:pt>
                <c:pt idx="47">
                  <c:v>2.0017</c:v>
                </c:pt>
                <c:pt idx="48">
                  <c:v>0.0075</c:v>
                </c:pt>
                <c:pt idx="49">
                  <c:v>0.0127</c:v>
                </c:pt>
                <c:pt idx="50">
                  <c:v>0.2586</c:v>
                </c:pt>
                <c:pt idx="51">
                  <c:v>0.1191</c:v>
                </c:pt>
                <c:pt idx="52">
                  <c:v>0.0195</c:v>
                </c:pt>
                <c:pt idx="53">
                  <c:v>0.3118</c:v>
                </c:pt>
                <c:pt idx="54">
                  <c:v>0.1709</c:v>
                </c:pt>
                <c:pt idx="55">
                  <c:v>1.2555</c:v>
                </c:pt>
                <c:pt idx="56">
                  <c:v>2.9153</c:v>
                </c:pt>
                <c:pt idx="57">
                  <c:v>0.4054</c:v>
                </c:pt>
                <c:pt idx="58">
                  <c:v>0.1876</c:v>
                </c:pt>
                <c:pt idx="59">
                  <c:v>0.1164</c:v>
                </c:pt>
                <c:pt idx="60">
                  <c:v>0.1939</c:v>
                </c:pt>
                <c:pt idx="61">
                  <c:v>0.0611</c:v>
                </c:pt>
                <c:pt idx="62">
                  <c:v>0.0104</c:v>
                </c:pt>
                <c:pt idx="63">
                  <c:v>0.0146</c:v>
                </c:pt>
                <c:pt idx="64">
                  <c:v>0.0123</c:v>
                </c:pt>
                <c:pt idx="65">
                  <c:v>0.0033</c:v>
                </c:pt>
                <c:pt idx="66">
                  <c:v>0.001</c:v>
                </c:pt>
                <c:pt idx="67">
                  <c:v>0.00015667</c:v>
                </c:pt>
                <c:pt idx="68">
                  <c:v>0.000080929</c:v>
                </c:pt>
                <c:pt idx="69">
                  <c:v>0.000063128</c:v>
                </c:pt>
                <c:pt idx="70">
                  <c:v>0.00005026</c:v>
                </c:pt>
                <c:pt idx="71">
                  <c:v>0.000042556</c:v>
                </c:pt>
                <c:pt idx="72">
                  <c:v>0.000034326</c:v>
                </c:pt>
                <c:pt idx="73">
                  <c:v>0.000032911</c:v>
                </c:pt>
                <c:pt idx="74">
                  <c:v>0.000027756</c:v>
                </c:pt>
                <c:pt idx="75">
                  <c:v>0.000022936</c:v>
                </c:pt>
                <c:pt idx="76">
                  <c:v>0.000018193</c:v>
                </c:pt>
                <c:pt idx="77">
                  <c:v>0.000017315</c:v>
                </c:pt>
                <c:pt idx="78">
                  <c:v>0.000014362</c:v>
                </c:pt>
                <c:pt idx="79">
                  <c:v>0.000012978</c:v>
                </c:pt>
                <c:pt idx="80">
                  <c:v>0.000012007</c:v>
                </c:pt>
                <c:pt idx="81">
                  <c:v>0.000011</c:v>
                </c:pt>
                <c:pt idx="82">
                  <c:v>0.000010106</c:v>
                </c:pt>
                <c:pt idx="83">
                  <c:v>0.0000095224</c:v>
                </c:pt>
                <c:pt idx="84">
                  <c:v>0.0000088465</c:v>
                </c:pt>
                <c:pt idx="85">
                  <c:v>0.0000081411</c:v>
                </c:pt>
                <c:pt idx="86">
                  <c:v>0.000007632</c:v>
                </c:pt>
                <c:pt idx="87">
                  <c:v>0.0000071201</c:v>
                </c:pt>
                <c:pt idx="88">
                  <c:v>0.0000066489</c:v>
                </c:pt>
                <c:pt idx="89">
                  <c:v>0.0000062633</c:v>
                </c:pt>
                <c:pt idx="90">
                  <c:v>0.0000059042</c:v>
                </c:pt>
                <c:pt idx="91">
                  <c:v>0.0000055845</c:v>
                </c:pt>
                <c:pt idx="92">
                  <c:v>0.0000052465</c:v>
                </c:pt>
                <c:pt idx="93">
                  <c:v>0.0000049436</c:v>
                </c:pt>
                <c:pt idx="94">
                  <c:v>0.0000046084</c:v>
                </c:pt>
                <c:pt idx="95">
                  <c:v>0.0000041442</c:v>
                </c:pt>
                <c:pt idx="96">
                  <c:v>0.0000037165</c:v>
                </c:pt>
                <c:pt idx="97">
                  <c:v>0.0000035089</c:v>
                </c:pt>
                <c:pt idx="98">
                  <c:v>0.0000033659</c:v>
                </c:pt>
                <c:pt idx="99">
                  <c:v>0.0000032579</c:v>
                </c:pt>
                <c:pt idx="100">
                  <c:v>0.0000031415</c:v>
                </c:pt>
                <c:pt idx="101">
                  <c:v>0.0000030209</c:v>
                </c:pt>
                <c:pt idx="102">
                  <c:v>0.0000028792</c:v>
                </c:pt>
                <c:pt idx="103">
                  <c:v>0.000002746</c:v>
                </c:pt>
                <c:pt idx="104">
                  <c:v>0.0000026086</c:v>
                </c:pt>
                <c:pt idx="105">
                  <c:v>0.0000024445</c:v>
                </c:pt>
                <c:pt idx="106">
                  <c:v>0.0000022916</c:v>
                </c:pt>
                <c:pt idx="107">
                  <c:v>0.0000021401</c:v>
                </c:pt>
                <c:pt idx="108">
                  <c:v>0.0000020097</c:v>
                </c:pt>
                <c:pt idx="109">
                  <c:v>0.0000018625</c:v>
                </c:pt>
                <c:pt idx="110">
                  <c:v>0.0000017461</c:v>
                </c:pt>
                <c:pt idx="111">
                  <c:v>0.000001624</c:v>
                </c:pt>
                <c:pt idx="112">
                  <c:v>0.0000015371</c:v>
                </c:pt>
                <c:pt idx="113">
                  <c:v>0.0000014557</c:v>
                </c:pt>
                <c:pt idx="114">
                  <c:v>0.0000013814</c:v>
                </c:pt>
                <c:pt idx="115">
                  <c:v>0.0000013169</c:v>
                </c:pt>
                <c:pt idx="116">
                  <c:v>0.0000012636</c:v>
                </c:pt>
                <c:pt idx="117">
                  <c:v>0.0000012229</c:v>
                </c:pt>
                <c:pt idx="118">
                  <c:v>0.0000011809</c:v>
                </c:pt>
                <c:pt idx="119">
                  <c:v>0.0000011486</c:v>
                </c:pt>
                <c:pt idx="120">
                  <c:v>0.0000011206</c:v>
                </c:pt>
                <c:pt idx="121">
                  <c:v>0.0000010911</c:v>
                </c:pt>
                <c:pt idx="122">
                  <c:v>0.0000010701</c:v>
                </c:pt>
                <c:pt idx="123">
                  <c:v>0.0000010476</c:v>
                </c:pt>
                <c:pt idx="124">
                  <c:v>0.0000010252</c:v>
                </c:pt>
                <c:pt idx="125">
                  <c:v>0.0000010056</c:v>
                </c:pt>
                <c:pt idx="126">
                  <c:v>9.9013e-7</c:v>
                </c:pt>
                <c:pt idx="127">
                  <c:v>9.719e-7</c:v>
                </c:pt>
                <c:pt idx="128">
                  <c:v>9.5648e-7</c:v>
                </c:pt>
                <c:pt idx="129">
                  <c:v>9.3965e-7</c:v>
                </c:pt>
                <c:pt idx="130">
                  <c:v>9.2422e-7</c:v>
                </c:pt>
                <c:pt idx="131">
                  <c:v>9.0739e-7</c:v>
                </c:pt>
                <c:pt idx="132">
                  <c:v>8.9617e-7</c:v>
                </c:pt>
                <c:pt idx="133">
                  <c:v>8.8215e-7</c:v>
                </c:pt>
                <c:pt idx="134">
                  <c:v>8.6532e-7</c:v>
                </c:pt>
                <c:pt idx="135">
                  <c:v>8.5269e-7</c:v>
                </c:pt>
                <c:pt idx="136">
                  <c:v>8.4288e-7</c:v>
                </c:pt>
                <c:pt idx="137">
                  <c:v>8.3306e-7</c:v>
                </c:pt>
                <c:pt idx="138">
                  <c:v>8.2044e-7</c:v>
                </c:pt>
                <c:pt idx="139">
                  <c:v>8.1062e-7</c:v>
                </c:pt>
                <c:pt idx="140">
                  <c:v>7.9379e-7</c:v>
                </c:pt>
                <c:pt idx="141">
                  <c:v>7.8678e-7</c:v>
                </c:pt>
                <c:pt idx="142">
                  <c:v>7.7977e-7</c:v>
                </c:pt>
                <c:pt idx="143">
                  <c:v>7.6855e-7</c:v>
                </c:pt>
                <c:pt idx="144">
                  <c:v>7.5733e-7</c:v>
                </c:pt>
                <c:pt idx="145">
                  <c:v>7.4891e-7</c:v>
                </c:pt>
                <c:pt idx="146">
                  <c:v>7.3769e-7</c:v>
                </c:pt>
                <c:pt idx="147">
                  <c:v>7.3208e-7</c:v>
                </c:pt>
                <c:pt idx="148">
                  <c:v>7.2367e-7</c:v>
                </c:pt>
                <c:pt idx="149">
                  <c:v>7.1385e-7</c:v>
                </c:pt>
                <c:pt idx="150">
                  <c:v>7.0403e-7</c:v>
                </c:pt>
                <c:pt idx="151">
                  <c:v>6.9562e-7</c:v>
                </c:pt>
                <c:pt idx="152">
                  <c:v>6.8861e-7</c:v>
                </c:pt>
                <c:pt idx="153">
                  <c:v>6.7879e-7</c:v>
                </c:pt>
                <c:pt idx="154">
                  <c:v>6.7178e-7</c:v>
                </c:pt>
                <c:pt idx="155">
                  <c:v>6.6617e-7</c:v>
                </c:pt>
                <c:pt idx="156">
                  <c:v>6.5495e-7</c:v>
                </c:pt>
                <c:pt idx="157">
                  <c:v>6.5074e-7</c:v>
                </c:pt>
                <c:pt idx="158">
                  <c:v>6.4233e-7</c:v>
                </c:pt>
                <c:pt idx="159">
                  <c:v>6.3812e-7</c:v>
                </c:pt>
                <c:pt idx="160">
                  <c:v>6.3111e-7</c:v>
                </c:pt>
                <c:pt idx="161">
                  <c:v>6.2129e-7</c:v>
                </c:pt>
                <c:pt idx="162">
                  <c:v>6.1568e-7</c:v>
                </c:pt>
                <c:pt idx="163">
                  <c:v>6.0586e-7</c:v>
                </c:pt>
                <c:pt idx="164">
                  <c:v>6.0306e-7</c:v>
                </c:pt>
                <c:pt idx="165">
                  <c:v>5.9745e-7</c:v>
                </c:pt>
                <c:pt idx="166">
                  <c:v>5.8903e-7</c:v>
                </c:pt>
                <c:pt idx="167">
                  <c:v>5.8623e-7</c:v>
                </c:pt>
                <c:pt idx="168">
                  <c:v>5.7781e-7</c:v>
                </c:pt>
                <c:pt idx="169">
                  <c:v>5.7501e-7</c:v>
                </c:pt>
                <c:pt idx="170">
                  <c:v>5.694e-7</c:v>
                </c:pt>
                <c:pt idx="171">
                  <c:v>5.5958e-7</c:v>
                </c:pt>
                <c:pt idx="172">
                  <c:v>5.5678e-7</c:v>
                </c:pt>
                <c:pt idx="173">
                  <c:v>5.5117e-7</c:v>
                </c:pt>
                <c:pt idx="174">
                  <c:v>5.4836e-7</c:v>
                </c:pt>
                <c:pt idx="175">
                  <c:v>5.4415e-7</c:v>
                </c:pt>
                <c:pt idx="176">
                  <c:v>5.3995e-7</c:v>
                </c:pt>
                <c:pt idx="177">
                  <c:v>5.3434e-7</c:v>
                </c:pt>
                <c:pt idx="178">
                  <c:v>5.3153e-7</c:v>
                </c:pt>
                <c:pt idx="179">
                  <c:v>5.2452e-7</c:v>
                </c:pt>
                <c:pt idx="180">
                  <c:v>5.2171e-7</c:v>
                </c:pt>
                <c:pt idx="181">
                  <c:v>5.1751e-7</c:v>
                </c:pt>
                <c:pt idx="182">
                  <c:v>5.1611e-7</c:v>
                </c:pt>
                <c:pt idx="183">
                  <c:v>5.105e-7</c:v>
                </c:pt>
                <c:pt idx="184">
                  <c:v>5.0629e-7</c:v>
                </c:pt>
                <c:pt idx="185">
                  <c:v>5.0348e-7</c:v>
                </c:pt>
                <c:pt idx="186">
                  <c:v>4.9647e-7</c:v>
                </c:pt>
                <c:pt idx="187">
                  <c:v>4.9226e-7</c:v>
                </c:pt>
                <c:pt idx="188">
                  <c:v>4.8946e-7</c:v>
                </c:pt>
                <c:pt idx="189">
                  <c:v>4.8806e-7</c:v>
                </c:pt>
                <c:pt idx="190">
                  <c:v>4.8665e-7</c:v>
                </c:pt>
                <c:pt idx="191">
                  <c:v>4.8245e-7</c:v>
                </c:pt>
                <c:pt idx="192">
                  <c:v>4.7824e-7</c:v>
                </c:pt>
                <c:pt idx="193">
                  <c:v>4.7684e-7</c:v>
                </c:pt>
                <c:pt idx="194">
                  <c:v>4.7403e-7</c:v>
                </c:pt>
                <c:pt idx="195">
                  <c:v>4.6702e-7</c:v>
                </c:pt>
                <c:pt idx="196">
                  <c:v>4.6141e-7</c:v>
                </c:pt>
                <c:pt idx="197">
                  <c:v>4.572e-7</c:v>
                </c:pt>
                <c:pt idx="198">
                  <c:v>4.572e-7</c:v>
                </c:pt>
                <c:pt idx="199">
                  <c:v>4.5299e-7</c:v>
                </c:pt>
                <c:pt idx="200">
                  <c:v>4.5159e-7</c:v>
                </c:pt>
                <c:pt idx="201">
                  <c:v>4.4879e-7</c:v>
                </c:pt>
                <c:pt idx="202">
                  <c:v>4.4879e-7</c:v>
                </c:pt>
                <c:pt idx="203">
                  <c:v>4.4458e-7</c:v>
                </c:pt>
                <c:pt idx="204">
                  <c:v>4.4037e-7</c:v>
                </c:pt>
                <c:pt idx="205">
                  <c:v>4.4037e-7</c:v>
                </c:pt>
                <c:pt idx="206">
                  <c:v>4.3336e-7</c:v>
                </c:pt>
                <c:pt idx="207">
                  <c:v>4.3056e-7</c:v>
                </c:pt>
                <c:pt idx="208">
                  <c:v>4.2635e-7</c:v>
                </c:pt>
                <c:pt idx="209">
                  <c:v>4.2354e-7</c:v>
                </c:pt>
                <c:pt idx="210">
                  <c:v>4.2074e-7</c:v>
                </c:pt>
                <c:pt idx="211">
                  <c:v>4.1934e-7</c:v>
                </c:pt>
                <c:pt idx="212">
                  <c:v>4.1653e-7</c:v>
                </c:pt>
                <c:pt idx="213">
                  <c:v>4.1513e-7</c:v>
                </c:pt>
                <c:pt idx="214">
                  <c:v>4.1373e-7</c:v>
                </c:pt>
                <c:pt idx="215">
                  <c:v>4.1373e-7</c:v>
                </c:pt>
                <c:pt idx="216">
                  <c:v>4.1092e-7</c:v>
                </c:pt>
                <c:pt idx="217">
                  <c:v>4.0531e-7</c:v>
                </c:pt>
                <c:pt idx="218">
                  <c:v>4.0251e-7</c:v>
                </c:pt>
                <c:pt idx="219">
                  <c:v>3.997e-7</c:v>
                </c:pt>
                <c:pt idx="220">
                  <c:v>3.983e-7</c:v>
                </c:pt>
                <c:pt idx="221">
                  <c:v>3.9549e-7</c:v>
                </c:pt>
                <c:pt idx="222">
                  <c:v>3.9409e-7</c:v>
                </c:pt>
                <c:pt idx="223">
                  <c:v>3.9129e-7</c:v>
                </c:pt>
                <c:pt idx="224">
                  <c:v>3.8848e-7</c:v>
                </c:pt>
                <c:pt idx="225">
                  <c:v>3.8708e-7</c:v>
                </c:pt>
                <c:pt idx="226">
                  <c:v>3.8427e-7</c:v>
                </c:pt>
                <c:pt idx="227">
                  <c:v>3.8287e-7</c:v>
                </c:pt>
                <c:pt idx="228">
                  <c:v>3.8427e-7</c:v>
                </c:pt>
                <c:pt idx="229">
                  <c:v>3.8007e-7</c:v>
                </c:pt>
                <c:pt idx="230">
                  <c:v>3.7726e-7</c:v>
                </c:pt>
                <c:pt idx="231">
                  <c:v>3.7586e-7</c:v>
                </c:pt>
                <c:pt idx="232">
                  <c:v>3.7165e-7</c:v>
                </c:pt>
                <c:pt idx="233">
                  <c:v>3.7025e-7</c:v>
                </c:pt>
                <c:pt idx="234">
                  <c:v>3.6464e-7</c:v>
                </c:pt>
                <c:pt idx="235">
                  <c:v>3.6464e-7</c:v>
                </c:pt>
                <c:pt idx="236">
                  <c:v>3.6324e-7</c:v>
                </c:pt>
                <c:pt idx="237">
                  <c:v>3.6324e-7</c:v>
                </c:pt>
                <c:pt idx="238">
                  <c:v>3.6183e-7</c:v>
                </c:pt>
                <c:pt idx="239">
                  <c:v>3.5903e-7</c:v>
                </c:pt>
                <c:pt idx="240">
                  <c:v>3.5903e-7</c:v>
                </c:pt>
                <c:pt idx="241">
                  <c:v>3.5202e-7</c:v>
                </c:pt>
                <c:pt idx="242">
                  <c:v>3.5202e-7</c:v>
                </c:pt>
                <c:pt idx="243">
                  <c:v>3.5202e-7</c:v>
                </c:pt>
                <c:pt idx="244">
                  <c:v>3.4781e-7</c:v>
                </c:pt>
                <c:pt idx="245">
                  <c:v>3.4781e-7</c:v>
                </c:pt>
                <c:pt idx="246">
                  <c:v>3.4781e-7</c:v>
                </c:pt>
                <c:pt idx="247">
                  <c:v>3.4781e-7</c:v>
                </c:pt>
                <c:pt idx="248">
                  <c:v>3.436e-7</c:v>
                </c:pt>
                <c:pt idx="249">
                  <c:v>3.436e-7</c:v>
                </c:pt>
                <c:pt idx="250">
                  <c:v>3.408e-7</c:v>
                </c:pt>
                <c:pt idx="251">
                  <c:v>3.3799e-7</c:v>
                </c:pt>
                <c:pt idx="252">
                  <c:v>3.3519e-7</c:v>
                </c:pt>
                <c:pt idx="253">
                  <c:v>3.3519e-7</c:v>
                </c:pt>
                <c:pt idx="254">
                  <c:v>3.3519e-7</c:v>
                </c:pt>
                <c:pt idx="255">
                  <c:v>3.3238e-7</c:v>
                </c:pt>
                <c:pt idx="256">
                  <c:v>3.2677e-7</c:v>
                </c:pt>
                <c:pt idx="257">
                  <c:v>3.2537e-7</c:v>
                </c:pt>
                <c:pt idx="258">
                  <c:v>3.2677e-7</c:v>
                </c:pt>
                <c:pt idx="259">
                  <c:v>3.2397e-7</c:v>
                </c:pt>
                <c:pt idx="260">
                  <c:v>3.2257e-7</c:v>
                </c:pt>
                <c:pt idx="261">
                  <c:v>3.2257e-7</c:v>
                </c:pt>
                <c:pt idx="262">
                  <c:v>3.1836e-7</c:v>
                </c:pt>
                <c:pt idx="263">
                  <c:v>3.1696e-7</c:v>
                </c:pt>
                <c:pt idx="264">
                  <c:v>3.1275e-7</c:v>
                </c:pt>
                <c:pt idx="265">
                  <c:v>3.1135e-7</c:v>
                </c:pt>
                <c:pt idx="266">
                  <c:v>3.1135e-7</c:v>
                </c:pt>
                <c:pt idx="267">
                  <c:v>3.0994e-7</c:v>
                </c:pt>
                <c:pt idx="268">
                  <c:v>3.0854e-7</c:v>
                </c:pt>
                <c:pt idx="269">
                  <c:v>3.0293e-7</c:v>
                </c:pt>
                <c:pt idx="270">
                  <c:v>3.0433e-7</c:v>
                </c:pt>
                <c:pt idx="271">
                  <c:v>3.0013e-7</c:v>
                </c:pt>
                <c:pt idx="272">
                  <c:v>3.0013e-7</c:v>
                </c:pt>
                <c:pt idx="273">
                  <c:v>3.0013e-7</c:v>
                </c:pt>
                <c:pt idx="274">
                  <c:v>2.9872e-7</c:v>
                </c:pt>
                <c:pt idx="275">
                  <c:v>2.9872e-7</c:v>
                </c:pt>
                <c:pt idx="276">
                  <c:v>2.9872e-7</c:v>
                </c:pt>
                <c:pt idx="277">
                  <c:v>2.9592e-7</c:v>
                </c:pt>
                <c:pt idx="278">
                  <c:v>2.9452e-7</c:v>
                </c:pt>
                <c:pt idx="279">
                  <c:v>2.9311e-7</c:v>
                </c:pt>
                <c:pt idx="280">
                  <c:v>2.9031e-7</c:v>
                </c:pt>
                <c:pt idx="281">
                  <c:v>2.9031e-7</c:v>
                </c:pt>
                <c:pt idx="282">
                  <c:v>2.8891e-7</c:v>
                </c:pt>
                <c:pt idx="283">
                  <c:v>2.875e-7</c:v>
                </c:pt>
                <c:pt idx="284">
                  <c:v>2.847e-7</c:v>
                </c:pt>
                <c:pt idx="285">
                  <c:v>2.847e-7</c:v>
                </c:pt>
                <c:pt idx="286">
                  <c:v>2.833e-7</c:v>
                </c:pt>
                <c:pt idx="287">
                  <c:v>2.8189e-7</c:v>
                </c:pt>
                <c:pt idx="288">
                  <c:v>2.8049e-7</c:v>
                </c:pt>
                <c:pt idx="289">
                  <c:v>2.7909e-7</c:v>
                </c:pt>
                <c:pt idx="290">
                  <c:v>2.7909e-7</c:v>
                </c:pt>
                <c:pt idx="291">
                  <c:v>2.8049e-7</c:v>
                </c:pt>
                <c:pt idx="292">
                  <c:v>2.7909e-7</c:v>
                </c:pt>
                <c:pt idx="293">
                  <c:v>2.7769e-7</c:v>
                </c:pt>
                <c:pt idx="294">
                  <c:v>2.7628e-7</c:v>
                </c:pt>
                <c:pt idx="295">
                  <c:v>2.7488e-7</c:v>
                </c:pt>
                <c:pt idx="296">
                  <c:v>2.7348e-7</c:v>
                </c:pt>
                <c:pt idx="297">
                  <c:v>2.7348e-7</c:v>
                </c:pt>
                <c:pt idx="298">
                  <c:v>2.7348e-7</c:v>
                </c:pt>
                <c:pt idx="299">
                  <c:v>2.7208e-7</c:v>
                </c:pt>
                <c:pt idx="300">
                  <c:v>2.7067e-7</c:v>
                </c:pt>
                <c:pt idx="301">
                  <c:v>2.6787e-7</c:v>
                </c:pt>
                <c:pt idx="302">
                  <c:v>2.6226e-7</c:v>
                </c:pt>
                <c:pt idx="303">
                  <c:v>2.6086e-7</c:v>
                </c:pt>
                <c:pt idx="304">
                  <c:v>2.5946e-7</c:v>
                </c:pt>
                <c:pt idx="305">
                  <c:v>2.5946e-7</c:v>
                </c:pt>
                <c:pt idx="306">
                  <c:v>2.5946e-7</c:v>
                </c:pt>
                <c:pt idx="307">
                  <c:v>2.5946e-7</c:v>
                </c:pt>
                <c:pt idx="308">
                  <c:v>2.6086e-7</c:v>
                </c:pt>
                <c:pt idx="309">
                  <c:v>2.6086e-7</c:v>
                </c:pt>
                <c:pt idx="310">
                  <c:v>2.5946e-7</c:v>
                </c:pt>
                <c:pt idx="311">
                  <c:v>2.5665e-7</c:v>
                </c:pt>
                <c:pt idx="312">
                  <c:v>2.5525e-7</c:v>
                </c:pt>
                <c:pt idx="313">
                  <c:v>2.5385e-7</c:v>
                </c:pt>
                <c:pt idx="314">
                  <c:v>2.5385e-7</c:v>
                </c:pt>
                <c:pt idx="315">
                  <c:v>2.5385e-7</c:v>
                </c:pt>
                <c:pt idx="316">
                  <c:v>2.5104e-7</c:v>
                </c:pt>
                <c:pt idx="317">
                  <c:v>2.5104e-7</c:v>
                </c:pt>
                <c:pt idx="318">
                  <c:v>2.5104e-7</c:v>
                </c:pt>
                <c:pt idx="319">
                  <c:v>2.4824e-7</c:v>
                </c:pt>
                <c:pt idx="320">
                  <c:v>2.4824e-7</c:v>
                </c:pt>
                <c:pt idx="321">
                  <c:v>2.4683e-7</c:v>
                </c:pt>
                <c:pt idx="322">
                  <c:v>2.4543e-7</c:v>
                </c:pt>
                <c:pt idx="323">
                  <c:v>2.4543e-7</c:v>
                </c:pt>
                <c:pt idx="324">
                  <c:v>2.4403e-7</c:v>
                </c:pt>
                <c:pt idx="325">
                  <c:v>2.4263e-7</c:v>
                </c:pt>
                <c:pt idx="326">
                  <c:v>2.4122e-7</c:v>
                </c:pt>
                <c:pt idx="327">
                  <c:v>2.4122e-7</c:v>
                </c:pt>
                <c:pt idx="328">
                  <c:v>2.4122e-7</c:v>
                </c:pt>
                <c:pt idx="329">
                  <c:v>2.4263e-7</c:v>
                </c:pt>
                <c:pt idx="330">
                  <c:v>2.4122e-7</c:v>
                </c:pt>
                <c:pt idx="331">
                  <c:v>2.3982e-7</c:v>
                </c:pt>
                <c:pt idx="332">
                  <c:v>2.3842e-7</c:v>
                </c:pt>
                <c:pt idx="333">
                  <c:v>2.3842e-7</c:v>
                </c:pt>
                <c:pt idx="334">
                  <c:v>2.3702e-7</c:v>
                </c:pt>
                <c:pt idx="335">
                  <c:v>2.3702e-7</c:v>
                </c:pt>
                <c:pt idx="336">
                  <c:v>2.3702e-7</c:v>
                </c:pt>
                <c:pt idx="337">
                  <c:v>2.3561e-7</c:v>
                </c:pt>
                <c:pt idx="338">
                  <c:v>2.3421e-7</c:v>
                </c:pt>
                <c:pt idx="339">
                  <c:v>2.3281e-7</c:v>
                </c:pt>
                <c:pt idx="340">
                  <c:v>2.3281e-7</c:v>
                </c:pt>
                <c:pt idx="341">
                  <c:v>2.3281e-7</c:v>
                </c:pt>
                <c:pt idx="342">
                  <c:v>2.3141e-7</c:v>
                </c:pt>
                <c:pt idx="343">
                  <c:v>2.3e-7</c:v>
                </c:pt>
                <c:pt idx="344">
                  <c:v>2.286e-7</c:v>
                </c:pt>
                <c:pt idx="345">
                  <c:v>2.258e-7</c:v>
                </c:pt>
                <c:pt idx="346">
                  <c:v>2.2439e-7</c:v>
                </c:pt>
                <c:pt idx="347">
                  <c:v>2.2439e-7</c:v>
                </c:pt>
                <c:pt idx="348">
                  <c:v>2.2439e-7</c:v>
                </c:pt>
                <c:pt idx="349">
                  <c:v>2.2439e-7</c:v>
                </c:pt>
                <c:pt idx="350">
                  <c:v>2.2439e-7</c:v>
                </c:pt>
                <c:pt idx="351">
                  <c:v>2.2439e-7</c:v>
                </c:pt>
                <c:pt idx="352">
                  <c:v>2.2439e-7</c:v>
                </c:pt>
                <c:pt idx="353">
                  <c:v>2.2019e-7</c:v>
                </c:pt>
                <c:pt idx="354">
                  <c:v>2.2019e-7</c:v>
                </c:pt>
                <c:pt idx="355">
                  <c:v>2.1878e-7</c:v>
                </c:pt>
                <c:pt idx="356">
                  <c:v>2.1878e-7</c:v>
                </c:pt>
                <c:pt idx="357">
                  <c:v>2.1878e-7</c:v>
                </c:pt>
                <c:pt idx="358">
                  <c:v>2.1878e-7</c:v>
                </c:pt>
                <c:pt idx="359">
                  <c:v>2.1598e-7</c:v>
                </c:pt>
                <c:pt idx="360">
                  <c:v>2.1598e-7</c:v>
                </c:pt>
                <c:pt idx="361">
                  <c:v>2.1598e-7</c:v>
                </c:pt>
                <c:pt idx="362">
                  <c:v>2.1598e-7</c:v>
                </c:pt>
                <c:pt idx="363">
                  <c:v>2.1458e-7</c:v>
                </c:pt>
                <c:pt idx="364">
                  <c:v>2.1458e-7</c:v>
                </c:pt>
                <c:pt idx="365">
                  <c:v>2.1458e-7</c:v>
                </c:pt>
                <c:pt idx="366">
                  <c:v>2.1458e-7</c:v>
                </c:pt>
                <c:pt idx="367">
                  <c:v>2.1317e-7</c:v>
                </c:pt>
                <c:pt idx="368">
                  <c:v>2.1317e-7</c:v>
                </c:pt>
                <c:pt idx="369">
                  <c:v>2.1177e-7</c:v>
                </c:pt>
                <c:pt idx="370">
                  <c:v>2.1177e-7</c:v>
                </c:pt>
                <c:pt idx="371">
                  <c:v>2.1037e-7</c:v>
                </c:pt>
                <c:pt idx="372">
                  <c:v>2.1037e-7</c:v>
                </c:pt>
                <c:pt idx="373">
                  <c:v>2.0897e-7</c:v>
                </c:pt>
                <c:pt idx="374">
                  <c:v>2.0756e-7</c:v>
                </c:pt>
                <c:pt idx="375">
                  <c:v>2.0616e-7</c:v>
                </c:pt>
                <c:pt idx="376">
                  <c:v>2.0616e-7</c:v>
                </c:pt>
                <c:pt idx="377">
                  <c:v>2.0616e-7</c:v>
                </c:pt>
                <c:pt idx="378">
                  <c:v>2.0616e-7</c:v>
                </c:pt>
                <c:pt idx="379">
                  <c:v>2.0616e-7</c:v>
                </c:pt>
                <c:pt idx="380">
                  <c:v>2.0476e-7</c:v>
                </c:pt>
                <c:pt idx="381">
                  <c:v>2.0476e-7</c:v>
                </c:pt>
                <c:pt idx="382">
                  <c:v>2.0476e-7</c:v>
                </c:pt>
                <c:pt idx="383">
                  <c:v>2.0476e-7</c:v>
                </c:pt>
                <c:pt idx="384">
                  <c:v>2.0336e-7</c:v>
                </c:pt>
                <c:pt idx="385">
                  <c:v>2.0195e-7</c:v>
                </c:pt>
                <c:pt idx="386">
                  <c:v>1.9915e-7</c:v>
                </c:pt>
                <c:pt idx="387">
                  <c:v>1.9775e-7</c:v>
                </c:pt>
                <c:pt idx="388">
                  <c:v>1.9775e-7</c:v>
                </c:pt>
                <c:pt idx="389">
                  <c:v>1.9775e-7</c:v>
                </c:pt>
                <c:pt idx="390">
                  <c:v>1.9775e-7</c:v>
                </c:pt>
                <c:pt idx="391">
                  <c:v>1.9775e-7</c:v>
                </c:pt>
                <c:pt idx="392">
                  <c:v>1.9634e-7</c:v>
                </c:pt>
                <c:pt idx="393">
                  <c:v>1.9634e-7</c:v>
                </c:pt>
                <c:pt idx="394">
                  <c:v>1.9634e-7</c:v>
                </c:pt>
                <c:pt idx="395">
                  <c:v>1.9634e-7</c:v>
                </c:pt>
                <c:pt idx="396">
                  <c:v>1.9634e-7</c:v>
                </c:pt>
                <c:pt idx="397">
                  <c:v>1.9775e-7</c:v>
                </c:pt>
                <c:pt idx="398">
                  <c:v>1.9775e-7</c:v>
                </c:pt>
                <c:pt idx="399">
                  <c:v>1.9634e-7</c:v>
                </c:pt>
                <c:pt idx="400">
                  <c:v>1.9494e-7</c:v>
                </c:pt>
                <c:pt idx="401">
                  <c:v>1.9494e-7</c:v>
                </c:pt>
                <c:pt idx="402">
                  <c:v>1.9494e-7</c:v>
                </c:pt>
                <c:pt idx="403">
                  <c:v>1.9494e-7</c:v>
                </c:pt>
                <c:pt idx="404">
                  <c:v>1.9354e-7</c:v>
                </c:pt>
                <c:pt idx="405">
                  <c:v>1.9354e-7</c:v>
                </c:pt>
                <c:pt idx="406">
                  <c:v>1.9354e-7</c:v>
                </c:pt>
                <c:pt idx="407">
                  <c:v>1.9354e-7</c:v>
                </c:pt>
                <c:pt idx="408">
                  <c:v>1.9214e-7</c:v>
                </c:pt>
                <c:pt idx="409">
                  <c:v>1.9073e-7</c:v>
                </c:pt>
                <c:pt idx="410">
                  <c:v>1.8933e-7</c:v>
                </c:pt>
                <c:pt idx="411">
                  <c:v>1.8653e-7</c:v>
                </c:pt>
                <c:pt idx="412">
                  <c:v>1.8793e-7</c:v>
                </c:pt>
                <c:pt idx="413">
                  <c:v>1.8653e-7</c:v>
                </c:pt>
                <c:pt idx="414">
                  <c:v>1.8512e-7</c:v>
                </c:pt>
                <c:pt idx="415">
                  <c:v>1.8232e-7</c:v>
                </c:pt>
                <c:pt idx="416">
                  <c:v>1.7952e-7</c:v>
                </c:pt>
                <c:pt idx="417">
                  <c:v>1.7952e-7</c:v>
                </c:pt>
                <c:pt idx="418">
                  <c:v>1.7952e-7</c:v>
                </c:pt>
                <c:pt idx="419">
                  <c:v>1.7952e-7</c:v>
                </c:pt>
                <c:pt idx="420">
                  <c:v>1.7952e-7</c:v>
                </c:pt>
                <c:pt idx="421">
                  <c:v>1.7811e-7</c:v>
                </c:pt>
                <c:pt idx="422">
                  <c:v>1.7811e-7</c:v>
                </c:pt>
                <c:pt idx="423">
                  <c:v>1.7671e-7</c:v>
                </c:pt>
                <c:pt idx="424">
                  <c:v>1.7671e-7</c:v>
                </c:pt>
                <c:pt idx="425">
                  <c:v>1.7671e-7</c:v>
                </c:pt>
                <c:pt idx="426">
                  <c:v>1.7671e-7</c:v>
                </c:pt>
                <c:pt idx="427">
                  <c:v>1.7671e-7</c:v>
                </c:pt>
                <c:pt idx="428">
                  <c:v>1.7671e-7</c:v>
                </c:pt>
                <c:pt idx="429">
                  <c:v>1.7811e-7</c:v>
                </c:pt>
                <c:pt idx="430">
                  <c:v>1.7531e-7</c:v>
                </c:pt>
                <c:pt idx="431">
                  <c:v>1.7531e-7</c:v>
                </c:pt>
                <c:pt idx="432">
                  <c:v>1.7531e-7</c:v>
                </c:pt>
                <c:pt idx="433">
                  <c:v>1.7391e-7</c:v>
                </c:pt>
                <c:pt idx="434">
                  <c:v>1.7391e-7</c:v>
                </c:pt>
                <c:pt idx="435">
                  <c:v>1.725e-7</c:v>
                </c:pt>
                <c:pt idx="436">
                  <c:v>1.725e-7</c:v>
                </c:pt>
                <c:pt idx="437">
                  <c:v>1.725e-7</c:v>
                </c:pt>
                <c:pt idx="438">
                  <c:v>1.725e-7</c:v>
                </c:pt>
                <c:pt idx="439">
                  <c:v>1.725e-7</c:v>
                </c:pt>
                <c:pt idx="440">
                  <c:v>1.725e-7</c:v>
                </c:pt>
                <c:pt idx="441">
                  <c:v>1.725e-7</c:v>
                </c:pt>
                <c:pt idx="442">
                  <c:v>1.725e-7</c:v>
                </c:pt>
                <c:pt idx="443">
                  <c:v>1.711e-7</c:v>
                </c:pt>
                <c:pt idx="444">
                  <c:v>1.697e-7</c:v>
                </c:pt>
                <c:pt idx="445">
                  <c:v>1.697e-7</c:v>
                </c:pt>
                <c:pt idx="446">
                  <c:v>1.683e-7</c:v>
                </c:pt>
                <c:pt idx="447">
                  <c:v>1.683e-7</c:v>
                </c:pt>
                <c:pt idx="448">
                  <c:v>1.683e-7</c:v>
                </c:pt>
                <c:pt idx="449">
                  <c:v>1.6689e-7</c:v>
                </c:pt>
                <c:pt idx="450">
                  <c:v>1.6549e-7</c:v>
                </c:pt>
                <c:pt idx="451">
                  <c:v>1.6549e-7</c:v>
                </c:pt>
                <c:pt idx="452">
                  <c:v>1.6409e-7</c:v>
                </c:pt>
                <c:pt idx="453">
                  <c:v>1.6409e-7</c:v>
                </c:pt>
                <c:pt idx="454">
                  <c:v>1.6409e-7</c:v>
                </c:pt>
                <c:pt idx="455">
                  <c:v>1.6269e-7</c:v>
                </c:pt>
                <c:pt idx="456">
                  <c:v>1.6269e-7</c:v>
                </c:pt>
                <c:pt idx="457">
                  <c:v>1.6128e-7</c:v>
                </c:pt>
                <c:pt idx="458">
                  <c:v>1.6128e-7</c:v>
                </c:pt>
                <c:pt idx="459">
                  <c:v>1.6128e-7</c:v>
                </c:pt>
                <c:pt idx="460">
                  <c:v>1.6128e-7</c:v>
                </c:pt>
                <c:pt idx="461">
                  <c:v>1.6128e-7</c:v>
                </c:pt>
                <c:pt idx="462">
                  <c:v>1.6128e-7</c:v>
                </c:pt>
                <c:pt idx="463">
                  <c:v>1.5988e-7</c:v>
                </c:pt>
                <c:pt idx="464">
                  <c:v>1.5988e-7</c:v>
                </c:pt>
                <c:pt idx="465">
                  <c:v>1.5988e-7</c:v>
                </c:pt>
                <c:pt idx="466">
                  <c:v>1.5988e-7</c:v>
                </c:pt>
                <c:pt idx="467">
                  <c:v>1.5988e-7</c:v>
                </c:pt>
                <c:pt idx="468">
                  <c:v>1.5988e-7</c:v>
                </c:pt>
                <c:pt idx="469">
                  <c:v>1.5988e-7</c:v>
                </c:pt>
                <c:pt idx="470">
                  <c:v>1.5988e-7</c:v>
                </c:pt>
                <c:pt idx="471">
                  <c:v>1.5988e-7</c:v>
                </c:pt>
                <c:pt idx="472">
                  <c:v>1.5848e-7</c:v>
                </c:pt>
                <c:pt idx="473">
                  <c:v>1.5848e-7</c:v>
                </c:pt>
                <c:pt idx="474">
                  <c:v>1.5848e-7</c:v>
                </c:pt>
                <c:pt idx="475">
                  <c:v>1.5848e-7</c:v>
                </c:pt>
                <c:pt idx="476">
                  <c:v>1.5848e-7</c:v>
                </c:pt>
                <c:pt idx="477">
                  <c:v>1.5848e-7</c:v>
                </c:pt>
                <c:pt idx="478">
                  <c:v>1.5708e-7</c:v>
                </c:pt>
                <c:pt idx="479">
                  <c:v>1.5287e-7</c:v>
                </c:pt>
                <c:pt idx="480">
                  <c:v>1.5287e-7</c:v>
                </c:pt>
                <c:pt idx="481">
                  <c:v>1.5147e-7</c:v>
                </c:pt>
                <c:pt idx="482">
                  <c:v>1.5006e-7</c:v>
                </c:pt>
                <c:pt idx="483">
                  <c:v>1.5006e-7</c:v>
                </c:pt>
                <c:pt idx="484">
                  <c:v>1.5006e-7</c:v>
                </c:pt>
                <c:pt idx="485">
                  <c:v>1.4866e-7</c:v>
                </c:pt>
                <c:pt idx="486">
                  <c:v>1.4866e-7</c:v>
                </c:pt>
                <c:pt idx="487">
                  <c:v>1.4726e-7</c:v>
                </c:pt>
                <c:pt idx="488">
                  <c:v>1.4726e-7</c:v>
                </c:pt>
                <c:pt idx="489">
                  <c:v>1.4726e-7</c:v>
                </c:pt>
                <c:pt idx="490">
                  <c:v>1.4586e-7</c:v>
                </c:pt>
                <c:pt idx="491">
                  <c:v>1.4586e-7</c:v>
                </c:pt>
                <c:pt idx="492">
                  <c:v>1.4586e-7</c:v>
                </c:pt>
                <c:pt idx="493">
                  <c:v>1.4445e-7</c:v>
                </c:pt>
                <c:pt idx="494">
                  <c:v>1.4305e-7</c:v>
                </c:pt>
                <c:pt idx="495">
                  <c:v>1.4305e-7</c:v>
                </c:pt>
                <c:pt idx="496">
                  <c:v>1.4305e-7</c:v>
                </c:pt>
                <c:pt idx="497">
                  <c:v>1.4305e-7</c:v>
                </c:pt>
                <c:pt idx="498">
                  <c:v>1.4305e-7</c:v>
                </c:pt>
                <c:pt idx="499">
                  <c:v>1.4305e-7</c:v>
                </c:pt>
                <c:pt idx="500">
                  <c:v>1.4305e-7</c:v>
                </c:pt>
                <c:pt idx="501">
                  <c:v>1.4305e-7</c:v>
                </c:pt>
                <c:pt idx="502">
                  <c:v>1.4305e-7</c:v>
                </c:pt>
                <c:pt idx="503">
                  <c:v>1.4305e-7</c:v>
                </c:pt>
                <c:pt idx="504">
                  <c:v>1.4025e-7</c:v>
                </c:pt>
                <c:pt idx="505">
                  <c:v>1.4025e-7</c:v>
                </c:pt>
                <c:pt idx="506">
                  <c:v>1.4025e-7</c:v>
                </c:pt>
                <c:pt idx="507">
                  <c:v>1.3884e-7</c:v>
                </c:pt>
                <c:pt idx="508">
                  <c:v>1.3884e-7</c:v>
                </c:pt>
                <c:pt idx="509">
                  <c:v>1.3884e-7</c:v>
                </c:pt>
                <c:pt idx="510">
                  <c:v>1.3744e-7</c:v>
                </c:pt>
                <c:pt idx="511">
                  <c:v>1.3744e-7</c:v>
                </c:pt>
                <c:pt idx="512">
                  <c:v>1.3744e-7</c:v>
                </c:pt>
                <c:pt idx="513">
                  <c:v>1.3744e-7</c:v>
                </c:pt>
                <c:pt idx="514">
                  <c:v>1.3744e-7</c:v>
                </c:pt>
                <c:pt idx="515">
                  <c:v>1.3604e-7</c:v>
                </c:pt>
                <c:pt idx="516">
                  <c:v>1.3464e-7</c:v>
                </c:pt>
                <c:pt idx="517">
                  <c:v>1.3464e-7</c:v>
                </c:pt>
                <c:pt idx="518">
                  <c:v>1.3464e-7</c:v>
                </c:pt>
                <c:pt idx="519">
                  <c:v>1.3464e-7</c:v>
                </c:pt>
                <c:pt idx="520">
                  <c:v>1.3464e-7</c:v>
                </c:pt>
                <c:pt idx="521">
                  <c:v>1.3464e-7</c:v>
                </c:pt>
                <c:pt idx="522">
                  <c:v>1.3464e-7</c:v>
                </c:pt>
                <c:pt idx="523">
                  <c:v>1.3464e-7</c:v>
                </c:pt>
                <c:pt idx="524">
                  <c:v>1.3464e-7</c:v>
                </c:pt>
                <c:pt idx="525">
                  <c:v>1.3464e-7</c:v>
                </c:pt>
                <c:pt idx="526">
                  <c:v>1.3464e-7</c:v>
                </c:pt>
                <c:pt idx="527">
                  <c:v>1.3464e-7</c:v>
                </c:pt>
                <c:pt idx="528">
                  <c:v>1.3183e-7</c:v>
                </c:pt>
                <c:pt idx="529">
                  <c:v>1.3183e-7</c:v>
                </c:pt>
                <c:pt idx="530">
                  <c:v>1.3183e-7</c:v>
                </c:pt>
                <c:pt idx="531">
                  <c:v>1.3043e-7</c:v>
                </c:pt>
                <c:pt idx="532">
                  <c:v>1.3043e-7</c:v>
                </c:pt>
                <c:pt idx="533">
                  <c:v>1.3043e-7</c:v>
                </c:pt>
                <c:pt idx="534">
                  <c:v>1.3043e-7</c:v>
                </c:pt>
                <c:pt idx="535">
                  <c:v>1.3043e-7</c:v>
                </c:pt>
                <c:pt idx="536">
                  <c:v>1.3043e-7</c:v>
                </c:pt>
                <c:pt idx="537">
                  <c:v>1.3043e-7</c:v>
                </c:pt>
                <c:pt idx="538">
                  <c:v>1.3043e-7</c:v>
                </c:pt>
                <c:pt idx="539">
                  <c:v>1.3043e-7</c:v>
                </c:pt>
                <c:pt idx="540">
                  <c:v>1.2903e-7</c:v>
                </c:pt>
                <c:pt idx="541">
                  <c:v>1.2903e-7</c:v>
                </c:pt>
                <c:pt idx="542">
                  <c:v>1.2903e-7</c:v>
                </c:pt>
                <c:pt idx="543">
                  <c:v>1.2622e-7</c:v>
                </c:pt>
                <c:pt idx="544">
                  <c:v>1.2482e-7</c:v>
                </c:pt>
                <c:pt idx="545">
                  <c:v>1.2482e-7</c:v>
                </c:pt>
                <c:pt idx="546">
                  <c:v>1.2482e-7</c:v>
                </c:pt>
                <c:pt idx="547">
                  <c:v>1.2482e-7</c:v>
                </c:pt>
                <c:pt idx="548">
                  <c:v>1.2482e-7</c:v>
                </c:pt>
                <c:pt idx="549">
                  <c:v>1.2482e-7</c:v>
                </c:pt>
                <c:pt idx="550">
                  <c:v>1.2482e-7</c:v>
                </c:pt>
                <c:pt idx="551">
                  <c:v>1.2482e-7</c:v>
                </c:pt>
                <c:pt idx="552">
                  <c:v>1.2482e-7</c:v>
                </c:pt>
                <c:pt idx="553">
                  <c:v>1.2342e-7</c:v>
                </c:pt>
                <c:pt idx="554">
                  <c:v>1.2201e-7</c:v>
                </c:pt>
                <c:pt idx="555">
                  <c:v>1.2201e-7</c:v>
                </c:pt>
                <c:pt idx="556">
                  <c:v>1.2201e-7</c:v>
                </c:pt>
                <c:pt idx="557">
                  <c:v>1.2201e-7</c:v>
                </c:pt>
                <c:pt idx="558">
                  <c:v>1.2201e-7</c:v>
                </c:pt>
                <c:pt idx="559">
                  <c:v>1.2061e-7</c:v>
                </c:pt>
                <c:pt idx="560">
                  <c:v>1.2061e-7</c:v>
                </c:pt>
                <c:pt idx="561">
                  <c:v>1.2061e-7</c:v>
                </c:pt>
                <c:pt idx="562">
                  <c:v>1.2061e-7</c:v>
                </c:pt>
                <c:pt idx="563">
                  <c:v>1.2061e-7</c:v>
                </c:pt>
                <c:pt idx="564">
                  <c:v>1.2061e-7</c:v>
                </c:pt>
                <c:pt idx="565">
                  <c:v>1.2061e-7</c:v>
                </c:pt>
                <c:pt idx="566">
                  <c:v>1.2061e-7</c:v>
                </c:pt>
                <c:pt idx="567">
                  <c:v>1.2061e-7</c:v>
                </c:pt>
                <c:pt idx="568">
                  <c:v>1.2061e-7</c:v>
                </c:pt>
                <c:pt idx="569">
                  <c:v>1.2061e-7</c:v>
                </c:pt>
                <c:pt idx="570">
                  <c:v>1.2061e-7</c:v>
                </c:pt>
                <c:pt idx="571">
                  <c:v>1.1921e-7</c:v>
                </c:pt>
                <c:pt idx="572">
                  <c:v>1.1921e-7</c:v>
                </c:pt>
                <c:pt idx="573">
                  <c:v>1.1781e-7</c:v>
                </c:pt>
                <c:pt idx="574">
                  <c:v>1.1781e-7</c:v>
                </c:pt>
                <c:pt idx="575">
                  <c:v>1.1781e-7</c:v>
                </c:pt>
                <c:pt idx="576">
                  <c:v>1.1781e-7</c:v>
                </c:pt>
                <c:pt idx="577">
                  <c:v>1.1781e-7</c:v>
                </c:pt>
                <c:pt idx="578">
                  <c:v>1.164e-7</c:v>
                </c:pt>
                <c:pt idx="579">
                  <c:v>1.164e-7</c:v>
                </c:pt>
                <c:pt idx="580">
                  <c:v>1.15e-7</c:v>
                </c:pt>
                <c:pt idx="581">
                  <c:v>1.15e-7</c:v>
                </c:pt>
                <c:pt idx="582">
                  <c:v>1.136e-7</c:v>
                </c:pt>
                <c:pt idx="583">
                  <c:v>1.122e-7</c:v>
                </c:pt>
                <c:pt idx="584">
                  <c:v>1.122e-7</c:v>
                </c:pt>
                <c:pt idx="585">
                  <c:v>1.122e-7</c:v>
                </c:pt>
                <c:pt idx="586">
                  <c:v>1.122e-7</c:v>
                </c:pt>
                <c:pt idx="587">
                  <c:v>1.122e-7</c:v>
                </c:pt>
                <c:pt idx="588">
                  <c:v>1.1079e-7</c:v>
                </c:pt>
                <c:pt idx="589">
                  <c:v>1.1079e-7</c:v>
                </c:pt>
                <c:pt idx="590">
                  <c:v>1.1079e-7</c:v>
                </c:pt>
                <c:pt idx="591">
                  <c:v>1.1079e-7</c:v>
                </c:pt>
                <c:pt idx="592">
                  <c:v>1.1079e-7</c:v>
                </c:pt>
                <c:pt idx="593">
                  <c:v>1.1079e-7</c:v>
                </c:pt>
                <c:pt idx="594">
                  <c:v>1.1079e-7</c:v>
                </c:pt>
                <c:pt idx="595">
                  <c:v>1.1079e-7</c:v>
                </c:pt>
                <c:pt idx="596">
                  <c:v>1.0939e-7</c:v>
                </c:pt>
                <c:pt idx="597">
                  <c:v>1.0939e-7</c:v>
                </c:pt>
                <c:pt idx="598">
                  <c:v>1.0659e-7</c:v>
                </c:pt>
                <c:pt idx="599">
                  <c:v>1.0659e-7</c:v>
                </c:pt>
                <c:pt idx="600">
                  <c:v>1.0659e-7</c:v>
                </c:pt>
                <c:pt idx="601">
                  <c:v>1.0659e-7</c:v>
                </c:pt>
                <c:pt idx="602">
                  <c:v>1.0659e-7</c:v>
                </c:pt>
                <c:pt idx="603">
                  <c:v>1.0659e-7</c:v>
                </c:pt>
                <c:pt idx="604">
                  <c:v>1.0518e-7</c:v>
                </c:pt>
                <c:pt idx="605">
                  <c:v>1.0378e-7</c:v>
                </c:pt>
                <c:pt idx="606">
                  <c:v>1.0378e-7</c:v>
                </c:pt>
                <c:pt idx="607">
                  <c:v>1.0378e-7</c:v>
                </c:pt>
                <c:pt idx="608">
                  <c:v>1.0238e-7</c:v>
                </c:pt>
                <c:pt idx="609">
                  <c:v>1.0098e-7</c:v>
                </c:pt>
                <c:pt idx="610">
                  <c:v>9.9575e-8</c:v>
                </c:pt>
                <c:pt idx="611">
                  <c:v>9.9575e-8</c:v>
                </c:pt>
                <c:pt idx="612">
                  <c:v>9.8172e-8</c:v>
                </c:pt>
                <c:pt idx="613">
                  <c:v>9.8172e-8</c:v>
                </c:pt>
                <c:pt idx="614">
                  <c:v>9.8172e-8</c:v>
                </c:pt>
                <c:pt idx="615">
                  <c:v>9.8172e-8</c:v>
                </c:pt>
                <c:pt idx="616">
                  <c:v>9.8172e-8</c:v>
                </c:pt>
                <c:pt idx="617">
                  <c:v>9.8172e-8</c:v>
                </c:pt>
                <c:pt idx="618">
                  <c:v>9.8172e-8</c:v>
                </c:pt>
                <c:pt idx="619">
                  <c:v>9.8172e-8</c:v>
                </c:pt>
                <c:pt idx="620">
                  <c:v>9.8172e-8</c:v>
                </c:pt>
                <c:pt idx="621">
                  <c:v>9.8172e-8</c:v>
                </c:pt>
                <c:pt idx="622">
                  <c:v>9.8172e-8</c:v>
                </c:pt>
                <c:pt idx="623">
                  <c:v>9.677e-8</c:v>
                </c:pt>
                <c:pt idx="624">
                  <c:v>9.677e-8</c:v>
                </c:pt>
                <c:pt idx="625">
                  <c:v>9.677e-8</c:v>
                </c:pt>
                <c:pt idx="626">
                  <c:v>9.677e-8</c:v>
                </c:pt>
                <c:pt idx="627">
                  <c:v>9.677e-8</c:v>
                </c:pt>
                <c:pt idx="628">
                  <c:v>9.677e-8</c:v>
                </c:pt>
                <c:pt idx="629">
                  <c:v>9.677e-8</c:v>
                </c:pt>
                <c:pt idx="630">
                  <c:v>9.677e-8</c:v>
                </c:pt>
                <c:pt idx="631">
                  <c:v>9.677e-8</c:v>
                </c:pt>
                <c:pt idx="632">
                  <c:v>9.677e-8</c:v>
                </c:pt>
                <c:pt idx="633">
                  <c:v>9.677e-8</c:v>
                </c:pt>
                <c:pt idx="634">
                  <c:v>9.677e-8</c:v>
                </c:pt>
                <c:pt idx="635">
                  <c:v>9.677e-8</c:v>
                </c:pt>
                <c:pt idx="636">
                  <c:v>9.677e-8</c:v>
                </c:pt>
                <c:pt idx="637">
                  <c:v>9.677e-8</c:v>
                </c:pt>
                <c:pt idx="638">
                  <c:v>9.677e-8</c:v>
                </c:pt>
                <c:pt idx="639">
                  <c:v>9.677e-8</c:v>
                </c:pt>
                <c:pt idx="640">
                  <c:v>9.677e-8</c:v>
                </c:pt>
                <c:pt idx="641">
                  <c:v>9.677e-8</c:v>
                </c:pt>
                <c:pt idx="642">
                  <c:v>9.677e-8</c:v>
                </c:pt>
                <c:pt idx="643">
                  <c:v>9.677e-8</c:v>
                </c:pt>
                <c:pt idx="644">
                  <c:v>9.5367e-8</c:v>
                </c:pt>
                <c:pt idx="645">
                  <c:v>9.5367e-8</c:v>
                </c:pt>
                <c:pt idx="646">
                  <c:v>9.3965e-8</c:v>
                </c:pt>
                <c:pt idx="647">
                  <c:v>9.3965e-8</c:v>
                </c:pt>
                <c:pt idx="648">
                  <c:v>9.3965e-8</c:v>
                </c:pt>
                <c:pt idx="649">
                  <c:v>9.3965e-8</c:v>
                </c:pt>
                <c:pt idx="650">
                  <c:v>9.3965e-8</c:v>
                </c:pt>
                <c:pt idx="651">
                  <c:v>9.2562e-8</c:v>
                </c:pt>
                <c:pt idx="652">
                  <c:v>9.116e-8</c:v>
                </c:pt>
                <c:pt idx="653">
                  <c:v>9.116e-8</c:v>
                </c:pt>
                <c:pt idx="654">
                  <c:v>9.116e-8</c:v>
                </c:pt>
                <c:pt idx="655">
                  <c:v>9.116e-8</c:v>
                </c:pt>
                <c:pt idx="656">
                  <c:v>9.116e-8</c:v>
                </c:pt>
                <c:pt idx="657">
                  <c:v>9.116e-8</c:v>
                </c:pt>
                <c:pt idx="658">
                  <c:v>9.116e-8</c:v>
                </c:pt>
                <c:pt idx="659">
                  <c:v>9.116e-8</c:v>
                </c:pt>
                <c:pt idx="660">
                  <c:v>9.116e-8</c:v>
                </c:pt>
                <c:pt idx="661">
                  <c:v>9.116e-8</c:v>
                </c:pt>
                <c:pt idx="662">
                  <c:v>9.116e-8</c:v>
                </c:pt>
                <c:pt idx="663">
                  <c:v>9.116e-8</c:v>
                </c:pt>
                <c:pt idx="664">
                  <c:v>9.116e-8</c:v>
                </c:pt>
                <c:pt idx="665">
                  <c:v>9.116e-8</c:v>
                </c:pt>
                <c:pt idx="666">
                  <c:v>9.116e-8</c:v>
                </c:pt>
                <c:pt idx="667">
                  <c:v>9.116e-8</c:v>
                </c:pt>
                <c:pt idx="668">
                  <c:v>9.116e-8</c:v>
                </c:pt>
                <c:pt idx="669">
                  <c:v>9.116e-8</c:v>
                </c:pt>
                <c:pt idx="670">
                  <c:v>8.9758e-8</c:v>
                </c:pt>
                <c:pt idx="671">
                  <c:v>8.8355e-8</c:v>
                </c:pt>
                <c:pt idx="672">
                  <c:v>8.6953e-8</c:v>
                </c:pt>
                <c:pt idx="673">
                  <c:v>8.6953e-8</c:v>
                </c:pt>
                <c:pt idx="674">
                  <c:v>8.6953e-8</c:v>
                </c:pt>
                <c:pt idx="675">
                  <c:v>8.6953e-8</c:v>
                </c:pt>
                <c:pt idx="676">
                  <c:v>8.6953e-8</c:v>
                </c:pt>
                <c:pt idx="677">
                  <c:v>8.6953e-8</c:v>
                </c:pt>
                <c:pt idx="678">
                  <c:v>8.6953e-8</c:v>
                </c:pt>
                <c:pt idx="679">
                  <c:v>8.555e-8</c:v>
                </c:pt>
                <c:pt idx="680">
                  <c:v>8.555e-8</c:v>
                </c:pt>
                <c:pt idx="681">
                  <c:v>8.555e-8</c:v>
                </c:pt>
                <c:pt idx="682">
                  <c:v>8.555e-8</c:v>
                </c:pt>
                <c:pt idx="683">
                  <c:v>8.4148e-8</c:v>
                </c:pt>
                <c:pt idx="684">
                  <c:v>8.4148e-8</c:v>
                </c:pt>
                <c:pt idx="685">
                  <c:v>8.4148e-8</c:v>
                </c:pt>
                <c:pt idx="686">
                  <c:v>8.2745e-8</c:v>
                </c:pt>
                <c:pt idx="687">
                  <c:v>8.1343e-8</c:v>
                </c:pt>
                <c:pt idx="688">
                  <c:v>8.1343e-8</c:v>
                </c:pt>
                <c:pt idx="689">
                  <c:v>8.2745e-8</c:v>
                </c:pt>
                <c:pt idx="690">
                  <c:v>8.2745e-8</c:v>
                </c:pt>
                <c:pt idx="691">
                  <c:v>8.1343e-8</c:v>
                </c:pt>
                <c:pt idx="692">
                  <c:v>8.1343e-8</c:v>
                </c:pt>
                <c:pt idx="693">
                  <c:v>8.1343e-8</c:v>
                </c:pt>
                <c:pt idx="694">
                  <c:v>8.1343e-8</c:v>
                </c:pt>
                <c:pt idx="695">
                  <c:v>8.1343e-8</c:v>
                </c:pt>
                <c:pt idx="696">
                  <c:v>8.1343e-8</c:v>
                </c:pt>
                <c:pt idx="697">
                  <c:v>8.1343e-8</c:v>
                </c:pt>
                <c:pt idx="698">
                  <c:v>8.1343e-8</c:v>
                </c:pt>
                <c:pt idx="699">
                  <c:v>8.1343e-8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+mn-lt"/>
                  </a:rPr>
                  <a:t>Epoch (1 to 700)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1e-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E+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SignSense: a system that recognises three signs - hello, thanks and I love you - live from a webcam and shows them as text. Introduce the four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 and the four goals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classes are hello, thanks and iloveyou. These skeletons are drawn from our own dataset files: pose in navy, the left-hand block in purple and the right-hand block in orange.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stages from webcam frame to on-screen word. These are the stages of Section 11 of the notebook; Sections 2 to 5 use the first three stages to build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mediapipe_detection converts BGR to RGB, marks the image read-only and runs Holistic with detection and tracking confidence 0.5. extract_keypoints then builds the 258-value vector described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sequences in total: 30 per sign, 30 frames each. Computed from the dataset: hello uses essentially one hand block (right hand present in only 1.6 percent of frames), while thanks and iloveyou use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creates the folders MP_Data/&lt;action&gt;/&lt;sequence&gt;. Section 5 loops over actions, sequences and frames, shows the webcam feed with a status message, and saves every frame's keypoints.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One-hot labels are needed because the model ends in a 3-unit softmax trained with categorical cross-entropy. test_size 0.05 holds out 5 of the 90 sequences for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LSTM layers of 64, 128 and 64 units with ReLU activation, then Dense 64, Dense 32 and a softmax output of 3. 237,251 trainable parameters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optimiser, categorical cross-entropy loss, default batch size 32 (3 steps per epoch on 85 samples), TensorBoard logging to Logs. The curves are from the training log printed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predicts on X_test, argmax turns probabilities and one-hot labels into class indexes, and sklearn computes the per-class confusion matrices and the accuracy. Test set: 2 hello, 1 thanks, 2 iloveyou.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11: MediaPipe runs on every frame, the last 30 keypoint vectors are fed to the model, and confident new words are written in a banner at the top of the OpenCV window. Press q to quit.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used: TensorFlow 2.15.0, OpenCV 4.11.0.86, MediaPipe 0.10.21, scikit-learn 1.6.1, NumPy 1.26.4, Python 3.11.8.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open about the limits: small vocabulary, small dataset, small test split. Each has a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invite questions. Code, dataset, model, report and this presentation are all in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SignSense  |  Real-Time Sign Language Recognition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ham200521/TEAM_16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SignSense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Real-Time Sign Language Recognition using MediaPipe Holistic and LSTM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Team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Soham Bacchuwar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20233571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Sri Ram Varun Dittakavi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20233574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Shubham Daya Vadher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20233568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Varun Kumar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20233581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and objective</a:t>
            </a:r>
            <a:endParaRPr lang="en-US" sz="2800" dirty="0"/>
          </a:p>
        </p:txBody>
      </p:sp>
      <p:sp>
        <p:nvSpPr>
          <p:cNvPr id="3" name="problem_card"/>
          <p:cNvSpPr/>
          <p:nvPr/>
        </p:nvSpPr>
        <p:spPr>
          <a:xfrm>
            <a:off x="457200" y="1051560"/>
            <a:ext cx="39776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problem_circle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roblem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 language users often cannot communicate directly with people who do not know sign language.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automatic translator from signs to text can help bridge this gap.</a:t>
            </a:r>
            <a:endParaRPr lang="en-US" sz="1400" dirty="0"/>
          </a:p>
        </p:txBody>
      </p:sp>
      <p:sp>
        <p:nvSpPr>
          <p:cNvPr id="8" name="objective_card"/>
          <p:cNvSpPr/>
          <p:nvPr/>
        </p:nvSpPr>
        <p:spPr>
          <a:xfrm>
            <a:off x="4709160" y="1051560"/>
            <a:ext cx="39776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9" name="objective_circle"/>
          <p:cNvSpPr/>
          <p:nvPr/>
        </p:nvSpPr>
        <p:spPr>
          <a:xfrm>
            <a:off x="493776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bjective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objective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0116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Recognise signs live from an ordinary webcam.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body and hand movement with MediaPipe Holistic.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Classify the movement over 30 frames with an LSTM network.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 the recognised words on screen as a sentence.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signs, recognised from keypoints</a:t>
            </a:r>
            <a:endParaRPr lang="en-US" sz="2800" dirty="0"/>
          </a:p>
        </p:txBody>
      </p:sp>
      <p:pic>
        <p:nvPicPr>
          <p:cNvPr id="3" name="keypoint_samples" descr="/home/claude/SignSense/assets/keypoint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163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Real frames from our dataset (sequence 0, frame 15), re-plotted from the saved .npy files.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model never sees the video pixels - only these landmark coordinates.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SignSense works</a:t>
            </a:r>
            <a:endParaRPr lang="en-US" sz="2800" dirty="0"/>
          </a:p>
        </p:txBody>
      </p:sp>
      <p:sp>
        <p:nvSpPr>
          <p:cNvPr id="3" name="step0"/>
          <p:cNvSpPr/>
          <p:nvPr/>
        </p:nvSpPr>
        <p:spPr>
          <a:xfrm>
            <a:off x="457200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/>
        </p:spPr>
      </p:sp>
      <p:pic>
        <p:nvPicPr>
          <p:cNvPr id="4" name="step_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63040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Webcam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OpenCV reads a frame from camera 0</a:t>
            </a:r>
            <a:endParaRPr lang="en-US" sz="1100" dirty="0"/>
          </a:p>
        </p:txBody>
      </p:sp>
      <p:sp>
        <p:nvSpPr>
          <p:cNvPr id="7" name="arrow0"/>
          <p:cNvSpPr/>
          <p:nvPr/>
        </p:nvSpPr>
        <p:spPr>
          <a:xfrm>
            <a:off x="1741932" y="2286000"/>
            <a:ext cx="100584" cy="1828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8" name="step1"/>
          <p:cNvSpPr/>
          <p:nvPr/>
        </p:nvSpPr>
        <p:spPr>
          <a:xfrm>
            <a:off x="1856232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rgbClr val="1E3A8A"/>
          </a:solidFill>
          <a:ln/>
        </p:spPr>
      </p:sp>
      <p:pic>
        <p:nvPicPr>
          <p:cNvPr id="9" name="step_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47672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MediaPipe Holistic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947672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finds pose and hand landmarks</a:t>
            </a:r>
            <a:endParaRPr lang="en-US" sz="1100" dirty="0"/>
          </a:p>
        </p:txBody>
      </p:sp>
      <p:sp>
        <p:nvSpPr>
          <p:cNvPr id="12" name="arrow1"/>
          <p:cNvSpPr/>
          <p:nvPr/>
        </p:nvSpPr>
        <p:spPr>
          <a:xfrm>
            <a:off x="3140964" y="2286000"/>
            <a:ext cx="100584" cy="1828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3" name="step2"/>
          <p:cNvSpPr/>
          <p:nvPr/>
        </p:nvSpPr>
        <p:spPr>
          <a:xfrm>
            <a:off x="3255264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14" name="step_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4630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46704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Keypoints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346704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258 numbers per frame</a:t>
            </a:r>
            <a:endParaRPr lang="en-US" sz="1100" dirty="0"/>
          </a:p>
        </p:txBody>
      </p:sp>
      <p:sp>
        <p:nvSpPr>
          <p:cNvPr id="17" name="arrow2"/>
          <p:cNvSpPr/>
          <p:nvPr/>
        </p:nvSpPr>
        <p:spPr>
          <a:xfrm>
            <a:off x="4539996" y="2286000"/>
            <a:ext cx="100584" cy="1828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8" name="step3"/>
          <p:cNvSpPr/>
          <p:nvPr/>
        </p:nvSpPr>
        <p:spPr>
          <a:xfrm>
            <a:off x="4654296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accent1"/>
          </a:solidFill>
          <a:ln/>
        </p:spPr>
      </p:sp>
      <p:pic>
        <p:nvPicPr>
          <p:cNvPr id="19" name="step_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4630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45736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30-frame window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745736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last 30 frames fed to the model</a:t>
            </a:r>
            <a:endParaRPr lang="en-US" sz="1100" dirty="0"/>
          </a:p>
        </p:txBody>
      </p:sp>
      <p:sp>
        <p:nvSpPr>
          <p:cNvPr id="22" name="arrow3"/>
          <p:cNvSpPr/>
          <p:nvPr/>
        </p:nvSpPr>
        <p:spPr>
          <a:xfrm>
            <a:off x="5939028" y="2286000"/>
            <a:ext cx="100584" cy="1828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3" name="step4"/>
          <p:cNvSpPr/>
          <p:nvPr/>
        </p:nvSpPr>
        <p:spPr>
          <a:xfrm>
            <a:off x="6053328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accent6"/>
          </a:solidFill>
          <a:ln/>
        </p:spPr>
      </p:sp>
      <p:pic>
        <p:nvPicPr>
          <p:cNvPr id="24" name="step_icon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463040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144768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LSTM model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144768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probability for each sign</a:t>
            </a:r>
            <a:endParaRPr lang="en-US" sz="1100" dirty="0"/>
          </a:p>
        </p:txBody>
      </p:sp>
      <p:sp>
        <p:nvSpPr>
          <p:cNvPr id="27" name="arrow4"/>
          <p:cNvSpPr/>
          <p:nvPr/>
        </p:nvSpPr>
        <p:spPr>
          <a:xfrm>
            <a:off x="7338060" y="2286000"/>
            <a:ext cx="100584" cy="1828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8" name="step5"/>
          <p:cNvSpPr/>
          <p:nvPr/>
        </p:nvSpPr>
        <p:spPr>
          <a:xfrm>
            <a:off x="7452360" y="123444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accent2"/>
          </a:solidFill>
          <a:ln/>
        </p:spPr>
      </p:sp>
      <p:pic>
        <p:nvPicPr>
          <p:cNvPr id="29" name="step_icon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463040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43800" y="205740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Text on screen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543800" y="265176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shown if confidence &gt; 0.9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extract_keypoints() function creates the saved training data and the live input, so the model sees data in exactly the same format during training and in the live demo.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landmarks to a 258-value feature vector</a:t>
            </a:r>
            <a:endParaRPr lang="en-US" sz="2800" dirty="0"/>
          </a:p>
        </p:txBody>
      </p:sp>
      <p:sp>
        <p:nvSpPr>
          <p:cNvPr id="3" name="blk0"/>
          <p:cNvSpPr/>
          <p:nvPr/>
        </p:nvSpPr>
        <p:spPr>
          <a:xfrm>
            <a:off x="45720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1795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33 landmarks x (x, y, z, visibility)</a:t>
            </a:r>
            <a:endParaRPr lang="en-US" sz="1500" dirty="0"/>
          </a:p>
        </p:txBody>
      </p:sp>
      <p:sp>
        <p:nvSpPr>
          <p:cNvPr id="6" name="blk1"/>
          <p:cNvSpPr/>
          <p:nvPr/>
        </p:nvSpPr>
        <p:spPr>
          <a:xfrm>
            <a:off x="457200" y="1984248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11226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Left hand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21 landmarks x (x, y, z)</a:t>
            </a:r>
            <a:endParaRPr lang="en-US" sz="1500" dirty="0"/>
          </a:p>
        </p:txBody>
      </p:sp>
      <p:sp>
        <p:nvSpPr>
          <p:cNvPr id="9" name="blk2"/>
          <p:cNvSpPr/>
          <p:nvPr/>
        </p:nvSpPr>
        <p:spPr>
          <a:xfrm>
            <a:off x="457200" y="2916936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083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0449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Right hand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21 landmarks x (x, y, z)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258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values per frame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extract_keypoints(results)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landmark list is flattened into one long 1-D array.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Zero padding: if a hand or the body is not detected, its slot is filled with zeros, so every frame always gives exactly 258 numbers.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Face left out: the 468 face landmarks (1,404 values) are commented out - this keeps the input small and focused on the hands and body.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 and y are normalised to the frame size (0 to 1) by MediaPipe.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Our dataset: MP_Data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signs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1051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sequences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1051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frames each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1051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.npy files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Recorded by our team with the notebook's collection code (Section 5).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Stores keypoints, not video: each file is one frame's 258-value vector.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Path: MP_Data/&lt;sign&gt;/&lt;sequence&gt;/&lt;frame&gt;.npy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Loaded as X with shape (90, 30, 258).</a:t>
            </a:r>
            <a:endParaRPr lang="en-US" sz="1400" dirty="0"/>
          </a:p>
        </p:txBody>
      </p:sp>
      <p:sp>
        <p:nvSpPr>
          <p:cNvPr id="12" name="tree_card"/>
          <p:cNvSpPr/>
          <p:nvPr/>
        </p:nvSpPr>
        <p:spPr>
          <a:xfrm>
            <a:off x="4663440" y="100584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Folder structure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54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MP_Data/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0/  0.npy ... 29.npy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29/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thanks/    (0 ... 29)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iloveyou/  (0 ... 29)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hello is essentially one-hand in our data (right-hand block present in 1.6 % of frames); thanks and iloveyou use both hands.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data was collected</a:t>
            </a:r>
            <a:endParaRPr lang="en-US" sz="2800" dirty="0"/>
          </a:p>
        </p:txBody>
      </p:sp>
      <p:sp>
        <p:nvSpPr>
          <p:cNvPr id="3" name="coll0"/>
          <p:cNvSpPr/>
          <p:nvPr/>
        </p:nvSpPr>
        <p:spPr>
          <a:xfrm>
            <a:off x="457200" y="10972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coll0_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oll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5331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Get ready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notebook waits 5 seconds before recording each sign.</a:t>
            </a:r>
            <a:endParaRPr lang="en-US" sz="1250" dirty="0"/>
          </a:p>
        </p:txBody>
      </p:sp>
      <p:sp>
        <p:nvSpPr>
          <p:cNvPr id="9" name="coll1"/>
          <p:cNvSpPr/>
          <p:nvPr/>
        </p:nvSpPr>
        <p:spPr>
          <a:xfrm>
            <a:off x="2560320" y="10972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coll1_circle"/>
          <p:cNvSpPr/>
          <p:nvPr/>
        </p:nvSpPr>
        <p:spPr>
          <a:xfrm>
            <a:off x="2743200" y="1280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coll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417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135331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Start of each video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3774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"STARTING COLLECTION" is shown and the code pauses 2 seconds between repetitions.</a:t>
            </a:r>
            <a:endParaRPr lang="en-US" sz="1250" dirty="0"/>
          </a:p>
        </p:txBody>
      </p:sp>
      <p:sp>
        <p:nvSpPr>
          <p:cNvPr id="15" name="coll2"/>
          <p:cNvSpPr/>
          <p:nvPr/>
        </p:nvSpPr>
        <p:spPr>
          <a:xfrm>
            <a:off x="4663440" y="10972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coll2_circle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oll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35331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30x30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Record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3774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30 sequences of 30 frames are captured per sign while landmarks are drawn live.</a:t>
            </a:r>
            <a:endParaRPr lang="en-US" sz="1250" dirty="0"/>
          </a:p>
        </p:txBody>
      </p:sp>
      <p:sp>
        <p:nvSpPr>
          <p:cNvPr id="21" name="coll3"/>
          <p:cNvSpPr/>
          <p:nvPr/>
        </p:nvSpPr>
        <p:spPr>
          <a:xfrm>
            <a:off x="6766560" y="10972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coll3_circle"/>
          <p:cNvSpPr/>
          <p:nvPr/>
        </p:nvSpPr>
        <p:spPr>
          <a:xfrm>
            <a:off x="694944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coll3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173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35240" y="135331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.npy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3774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extract_keypoints() output for every frame is saved with np.save().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 4 and 5 of the notebook: actions = ['hello', 'thanks', 'iloveyou'], no_sequences = 30, sequence_length = 30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Preparing the data for training</a:t>
            </a:r>
            <a:endParaRPr lang="en-US" sz="2800" dirty="0"/>
          </a:p>
        </p:txBody>
      </p:sp>
      <p:sp>
        <p:nvSpPr>
          <p:cNvPr id="3" name="prep_num0"/>
          <p:cNvSpPr/>
          <p:nvPr/>
        </p:nvSpPr>
        <p:spPr>
          <a:xfrm>
            <a:off x="457200" y="11338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698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Load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0698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All 30 frames of each sequence are loaded in order</a:t>
            </a:r>
            <a:endParaRPr lang="en-US" sz="1350" dirty="0"/>
          </a:p>
        </p:txBody>
      </p:sp>
      <p:sp>
        <p:nvSpPr>
          <p:cNvPr id="7" name="prep_out0"/>
          <p:cNvSpPr/>
          <p:nvPr/>
        </p:nvSpPr>
        <p:spPr>
          <a:xfrm>
            <a:off x="6217920" y="1088136"/>
            <a:ext cx="2468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088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-&gt;  (90, 30, 258)</a:t>
            </a:r>
            <a:endParaRPr lang="en-US" sz="1300" dirty="0"/>
          </a:p>
        </p:txBody>
      </p:sp>
      <p:sp>
        <p:nvSpPr>
          <p:cNvPr id="9" name="prep_num1"/>
          <p:cNvSpPr/>
          <p:nvPr/>
        </p:nvSpPr>
        <p:spPr>
          <a:xfrm>
            <a:off x="457200" y="20025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93852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Label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label_map = {hello: 0, thanks: 1, iloveyou: 2}</a:t>
            </a:r>
            <a:endParaRPr lang="en-US" sz="1350" dirty="0"/>
          </a:p>
        </p:txBody>
      </p:sp>
      <p:sp>
        <p:nvSpPr>
          <p:cNvPr id="13" name="prep_out1"/>
          <p:cNvSpPr/>
          <p:nvPr/>
        </p:nvSpPr>
        <p:spPr>
          <a:xfrm>
            <a:off x="6217920" y="1956816"/>
            <a:ext cx="2468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95681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-&gt;  90 labels</a:t>
            </a:r>
            <a:endParaRPr lang="en-US" sz="1300" dirty="0"/>
          </a:p>
        </p:txBody>
      </p:sp>
      <p:sp>
        <p:nvSpPr>
          <p:cNvPr id="15" name="prep_num2"/>
          <p:cNvSpPr/>
          <p:nvPr/>
        </p:nvSpPr>
        <p:spPr>
          <a:xfrm>
            <a:off x="457200" y="28712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807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One-hot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807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to_categorical(labels): thanks -&gt; [0, 1, 0]</a:t>
            </a:r>
            <a:endParaRPr lang="en-US" sz="1350" dirty="0"/>
          </a:p>
        </p:txBody>
      </p:sp>
      <p:sp>
        <p:nvSpPr>
          <p:cNvPr id="19" name="prep_out2"/>
          <p:cNvSpPr/>
          <p:nvPr/>
        </p:nvSpPr>
        <p:spPr>
          <a:xfrm>
            <a:off x="6217920" y="2825496"/>
            <a:ext cx="2468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82549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-&gt;  (90, 3)</a:t>
            </a:r>
            <a:endParaRPr lang="en-US" sz="1300" dirty="0"/>
          </a:p>
        </p:txBody>
      </p:sp>
      <p:sp>
        <p:nvSpPr>
          <p:cNvPr id="21" name="prep_num3"/>
          <p:cNvSpPr/>
          <p:nvPr/>
        </p:nvSpPr>
        <p:spPr>
          <a:xfrm>
            <a:off x="457200" y="37398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67588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Split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36758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train_test_split(X, y, test_size=0.05)</a:t>
            </a:r>
            <a:endParaRPr lang="en-US" sz="1350" dirty="0"/>
          </a:p>
        </p:txBody>
      </p:sp>
      <p:sp>
        <p:nvSpPr>
          <p:cNvPr id="25" name="prep_out3"/>
          <p:cNvSpPr/>
          <p:nvPr/>
        </p:nvSpPr>
        <p:spPr>
          <a:xfrm>
            <a:off x="6217920" y="3694176"/>
            <a:ext cx="2468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369417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train  |  5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Stacked LSTM network</a:t>
            </a:r>
            <a:endParaRPr lang="en-US" sz="2800" dirty="0"/>
          </a:p>
        </p:txBody>
      </p:sp>
      <p:pic>
        <p:nvPicPr>
          <p:cNvPr id="3" name="architecture" descr="/home/claude/SignSense/assets/mode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1783080"/>
          </a:xfrm>
          <a:prstGeom prst="rect">
            <a:avLst/>
          </a:prstGeom>
        </p:spPr>
      </p:pic>
      <p:sp>
        <p:nvSpPr>
          <p:cNvPr id="4" name="why_lstm"/>
          <p:cNvSpPr/>
          <p:nvPr/>
        </p:nvSpPr>
        <p:spPr>
          <a:xfrm>
            <a:off x="457200" y="2926080"/>
            <a:ext cx="39776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an LSTM?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01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sign is a movement, not a single pose. An LSTM reads the 30 frames in order and keeps a memory controlled by input, forget and output gates, so it learns how the keypoints change over time.</a:t>
            </a:r>
            <a:endParaRPr lang="en-US" sz="1250" dirty="0"/>
          </a:p>
        </p:txBody>
      </p:sp>
      <p:sp>
        <p:nvSpPr>
          <p:cNvPr id="7" name="layers_info"/>
          <p:cNvSpPr/>
          <p:nvPr/>
        </p:nvSpPr>
        <p:spPr>
          <a:xfrm>
            <a:off x="4709160" y="2926080"/>
            <a:ext cx="39776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the layers work together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401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LSTM 1 and 2 return the full sequence to the next layer.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LSTM 3 returns one summary vector for the whole movement.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Dense layers + softmax give one probability per sign.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Training: 700 epochs</a:t>
            </a:r>
            <a:endParaRPr lang="en-US" sz="2800" dirty="0"/>
          </a:p>
        </p:txBody>
      </p:sp>
      <p:graphicFrame>
        <p:nvGraphicFramePr>
          <p:cNvPr id="3" name="acc_chart" descr=""/>
          <p:cNvGraphicFramePr/>
          <p:nvPr/>
        </p:nvGraphicFramePr>
        <p:xfrm>
          <a:off x="457200" y="960120"/>
          <a:ext cx="4069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loss_chart" descr=""/>
          <p:cNvGraphicFramePr/>
          <p:nvPr/>
        </p:nvGraphicFramePr>
        <p:xfrm>
          <a:off x="4617720" y="960120"/>
          <a:ext cx="4069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stat0"/>
          <p:cNvSpPr/>
          <p:nvPr/>
        </p:nvSpPr>
        <p:spPr>
          <a:xfrm>
            <a:off x="45720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94360" y="37307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9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first 100 % accuracy</a:t>
            </a:r>
            <a:endParaRPr lang="en-US" sz="1150" dirty="0"/>
          </a:p>
        </p:txBody>
      </p:sp>
      <p:sp>
        <p:nvSpPr>
          <p:cNvPr id="8" name="tstat1"/>
          <p:cNvSpPr/>
          <p:nvPr/>
        </p:nvSpPr>
        <p:spPr>
          <a:xfrm>
            <a:off x="256032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697480" y="37307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13-62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unstable loss (peak 15.67)</a:t>
            </a:r>
            <a:endParaRPr lang="en-US" sz="1150" dirty="0"/>
          </a:p>
        </p:txBody>
      </p:sp>
      <p:sp>
        <p:nvSpPr>
          <p:cNvPr id="11" name="tstat2"/>
          <p:cNvSpPr/>
          <p:nvPr/>
        </p:nvSpPr>
        <p:spPr>
          <a:xfrm>
            <a:off x="466344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800600" y="37307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63-700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100 % every epoch</a:t>
            </a:r>
            <a:endParaRPr lang="en-US" sz="1150" dirty="0"/>
          </a:p>
        </p:txBody>
      </p:sp>
      <p:sp>
        <p:nvSpPr>
          <p:cNvPr id="14" name="tstat3"/>
          <p:cNvSpPr/>
          <p:nvPr/>
        </p:nvSpPr>
        <p:spPr>
          <a:xfrm>
            <a:off x="676656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03720" y="37307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8.13e-8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final loss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 on the test set</a:t>
            </a:r>
            <a:endParaRPr lang="en-US" sz="2800" dirty="0"/>
          </a:p>
        </p:txBody>
      </p:sp>
      <p:pic>
        <p:nvPicPr>
          <p:cNvPr id="3" name="confusion_matrix" descr="/home/claude/SignSense/asse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21396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accuracy_score on the 5 test sequences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33375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set: 2 hello, 1 thanks, 2 iloveyou - all classified correctly.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false positives and no false negatives for any sign (output of multilabel_confusion_matrix, Section 10).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Real-time recognition</a:t>
            </a:r>
            <a:endParaRPr lang="en-US" sz="2800" dirty="0"/>
          </a:p>
        </p:txBody>
      </p:sp>
      <p:sp>
        <p:nvSpPr>
          <p:cNvPr id="3" name="rt0_circle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rt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Sliding window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07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new frame is added and only the last 30 are kept: sequence[-30:].</a:t>
            </a:r>
            <a:endParaRPr lang="en-US" sz="1250" dirty="0"/>
          </a:p>
        </p:txBody>
      </p:sp>
      <p:sp>
        <p:nvSpPr>
          <p:cNvPr id="7" name="rt1_circle"/>
          <p:cNvSpPr/>
          <p:nvPr/>
        </p:nvSpPr>
        <p:spPr>
          <a:xfrm>
            <a:off x="45720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rt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Predict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176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model.predict on shape (1, 30, 258) gives 3 probabilities.</a:t>
            </a:r>
            <a:endParaRPr lang="en-US" sz="1250" dirty="0"/>
          </a:p>
        </p:txBody>
      </p:sp>
      <p:sp>
        <p:nvSpPr>
          <p:cNvPr id="11" name="rt2_circle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rt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Confidence &gt; 0.9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0449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Only confident predictions can be written to the screen.</a:t>
            </a:r>
            <a:endParaRPr lang="en-US" sz="1250" dirty="0"/>
          </a:p>
        </p:txBody>
      </p:sp>
      <p:sp>
        <p:nvSpPr>
          <p:cNvPr id="15" name="rt3_circle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t3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947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repeats, last 5 words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word is added only if it differs from the previous one; 5 words are kept.</a:t>
            </a:r>
            <a:endParaRPr lang="en-US" sz="1250" dirty="0"/>
          </a:p>
        </p:txBody>
      </p:sp>
      <p:sp>
        <p:nvSpPr>
          <p:cNvPr id="19" name="stream_card"/>
          <p:cNvSpPr/>
          <p:nvPr/>
        </p:nvSpPr>
        <p:spPr>
          <a:xfrm>
            <a:off x="4846320" y="1005840"/>
            <a:ext cx="384048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0749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Observed in the live test</a:t>
            </a:r>
            <a:endParaRPr lang="en-US" sz="1400" dirty="0"/>
          </a:p>
        </p:txBody>
      </p:sp>
      <p:sp>
        <p:nvSpPr>
          <p:cNvPr id="21" name="stream0"/>
          <p:cNvSpPr/>
          <p:nvPr/>
        </p:nvSpPr>
        <p:spPr>
          <a:xfrm>
            <a:off x="5074920" y="157276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074920" y="1572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hello</a:t>
            </a:r>
            <a:endParaRPr lang="en-US" sz="1200" dirty="0"/>
          </a:p>
        </p:txBody>
      </p:sp>
      <p:sp>
        <p:nvSpPr>
          <p:cNvPr id="23" name="stream1"/>
          <p:cNvSpPr/>
          <p:nvPr/>
        </p:nvSpPr>
        <p:spPr>
          <a:xfrm>
            <a:off x="5074920" y="1975104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074920" y="1975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thanks</a:t>
            </a:r>
            <a:endParaRPr lang="en-US" sz="1200" dirty="0"/>
          </a:p>
        </p:txBody>
      </p:sp>
      <p:sp>
        <p:nvSpPr>
          <p:cNvPr id="25" name="stream2"/>
          <p:cNvSpPr/>
          <p:nvPr/>
        </p:nvSpPr>
        <p:spPr>
          <a:xfrm>
            <a:off x="5074920" y="23774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9731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074920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iloveyou</a:t>
            </a:r>
            <a:endParaRPr lang="en-US" sz="1200" dirty="0"/>
          </a:p>
        </p:txBody>
      </p:sp>
      <p:sp>
        <p:nvSpPr>
          <p:cNvPr id="27" name="stream3"/>
          <p:cNvSpPr/>
          <p:nvPr/>
        </p:nvSpPr>
        <p:spPr>
          <a:xfrm>
            <a:off x="5074920" y="277977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5074920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thanks</a:t>
            </a:r>
            <a:endParaRPr lang="en-US" sz="1200" dirty="0"/>
          </a:p>
        </p:txBody>
      </p:sp>
      <p:sp>
        <p:nvSpPr>
          <p:cNvPr id="29" name="stream4"/>
          <p:cNvSpPr/>
          <p:nvPr/>
        </p:nvSpPr>
        <p:spPr>
          <a:xfrm>
            <a:off x="5074920" y="318211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074920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hello</a:t>
            </a:r>
            <a:endParaRPr lang="en-US" sz="1200" dirty="0"/>
          </a:p>
        </p:txBody>
      </p:sp>
      <p:sp>
        <p:nvSpPr>
          <p:cNvPr id="31" name="stream5"/>
          <p:cNvSpPr/>
          <p:nvPr/>
        </p:nvSpPr>
        <p:spPr>
          <a:xfrm>
            <a:off x="5074920" y="35844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074920" y="3584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thanks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720840" y="16002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The printed prediction stream followed the signer through these signs, each held over many consecutive frames. Most predictions took about 15-40 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Tools and libraries</a:t>
            </a:r>
            <a:endParaRPr lang="en-US" sz="2800" dirty="0"/>
          </a:p>
        </p:txBody>
      </p:sp>
      <p:sp>
        <p:nvSpPr>
          <p:cNvPr id="3" name="tech0"/>
          <p:cNvSpPr/>
          <p:nvPr/>
        </p:nvSpPr>
        <p:spPr>
          <a:xfrm>
            <a:off x="45720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3.11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Programming language</a:t>
            </a:r>
            <a:endParaRPr lang="en-US" sz="1250" dirty="0"/>
          </a:p>
        </p:txBody>
      </p:sp>
      <p:sp>
        <p:nvSpPr>
          <p:cNvPr id="6" name="tech1"/>
          <p:cNvSpPr/>
          <p:nvPr/>
        </p:nvSpPr>
        <p:spPr>
          <a:xfrm>
            <a:off x="256032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OpenCV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74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Webcam, drawing, display</a:t>
            </a:r>
            <a:endParaRPr lang="en-US" sz="1250" dirty="0"/>
          </a:p>
        </p:txBody>
      </p:sp>
      <p:sp>
        <p:nvSpPr>
          <p:cNvPr id="9" name="tech2"/>
          <p:cNvSpPr/>
          <p:nvPr/>
        </p:nvSpPr>
        <p:spPr>
          <a:xfrm>
            <a:off x="466344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MediaPipe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74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Holistic landmark detection</a:t>
            </a:r>
            <a:endParaRPr lang="en-US" sz="1250" dirty="0"/>
          </a:p>
        </p:txBody>
      </p:sp>
      <p:sp>
        <p:nvSpPr>
          <p:cNvPr id="12" name="tech3"/>
          <p:cNvSpPr/>
          <p:nvPr/>
        </p:nvSpPr>
        <p:spPr>
          <a:xfrm>
            <a:off x="676656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NumPy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874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Arrays and .npy dataset</a:t>
            </a:r>
            <a:endParaRPr lang="en-US" sz="1250" dirty="0"/>
          </a:p>
        </p:txBody>
      </p:sp>
      <p:sp>
        <p:nvSpPr>
          <p:cNvPr id="15" name="tech4"/>
          <p:cNvSpPr/>
          <p:nvPr/>
        </p:nvSpPr>
        <p:spPr>
          <a:xfrm>
            <a:off x="45720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Split and evaluation metrics</a:t>
            </a:r>
            <a:endParaRPr lang="en-US" sz="1250" dirty="0"/>
          </a:p>
        </p:txBody>
      </p:sp>
      <p:sp>
        <p:nvSpPr>
          <p:cNvPr id="18" name="tech5"/>
          <p:cNvSpPr/>
          <p:nvPr/>
        </p:nvSpPr>
        <p:spPr>
          <a:xfrm>
            <a:off x="256032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TensorFlow / Keras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LSTM model and training</a:t>
            </a:r>
            <a:endParaRPr lang="en-US" sz="1250" dirty="0"/>
          </a:p>
        </p:txBody>
      </p:sp>
      <p:sp>
        <p:nvSpPr>
          <p:cNvPr id="21" name="tech6"/>
          <p:cNvSpPr/>
          <p:nvPr/>
        </p:nvSpPr>
        <p:spPr>
          <a:xfrm>
            <a:off x="466344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TensorBoard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Training logs (Logs/)</a:t>
            </a:r>
            <a:endParaRPr lang="en-US" sz="1250" dirty="0"/>
          </a:p>
        </p:txBody>
      </p:sp>
      <p:sp>
        <p:nvSpPr>
          <p:cNvPr id="24" name="tech7"/>
          <p:cNvSpPr/>
          <p:nvPr/>
        </p:nvSpPr>
        <p:spPr>
          <a:xfrm>
            <a:off x="676656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Jupyter Notebook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Development environment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future work</a:t>
            </a:r>
            <a:endParaRPr lang="en-US" sz="2800" dirty="0"/>
          </a:p>
        </p:txBody>
      </p:sp>
      <p:sp>
        <p:nvSpPr>
          <p:cNvPr id="3" name="lf0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lf0_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f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More signs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Only 3 signs today. New signs can be added to the actions array, recorded with Section 5 and trained.</a:t>
            </a:r>
            <a:endParaRPr lang="en-US" sz="1250" dirty="0"/>
          </a:p>
        </p:txBody>
      </p:sp>
      <p:sp>
        <p:nvSpPr>
          <p:cNvPr id="8" name="lf1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lf1_circle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lf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More data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90 sequences recorded by our team. More signers, backgrounds and lighting would improve robustness.</a:t>
            </a:r>
            <a:endParaRPr lang="en-US" sz="1250" dirty="0"/>
          </a:p>
        </p:txBody>
      </p:sp>
      <p:sp>
        <p:nvSpPr>
          <p:cNvPr id="13" name="lf2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lf2_circle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f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Stronger evaluation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383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test split is 5 sequences. A larger test set or k-fold cross-validation would be more reliable.</a:t>
            </a:r>
            <a:endParaRPr lang="en-US" sz="1250" dirty="0"/>
          </a:p>
        </p:txBody>
      </p:sp>
      <p:sp>
        <p:nvSpPr>
          <p:cNvPr id="18" name="lf3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lf3_circle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lf3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Speech output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383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Recognised words are shown as text; text-to-speech could let the system speak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SignSense recognises hello, thanks and I love you live from a webcam.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MediaPipe Holistic turns each frame into 258 keypoints; a stacked LSTM classifies 30-frame movements.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Trained on our own 90-sequence dataset, it classified all 5 test sequences correctly.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Confident predictions (&gt; 0.9) are shown on screen as a running sentence.</a:t>
            </a:r>
            <a:endParaRPr lang="en-US" sz="1600" dirty="0"/>
          </a:p>
        </p:txBody>
      </p:sp>
      <p:pic>
        <p:nvPicPr>
          <p:cNvPr id="4" name="gh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384048" cy="384048"/>
          </a:xfrm>
          <a:prstGeom prst="rect">
            <a:avLst/>
          </a:prstGeom>
        </p:spPr>
      </p:pic>
      <p:sp>
        <p:nvSpPr>
          <p:cNvPr id="5" name="Text 2">
            <a:hlinkClick r:id="rId2" tooltip=""/>
          </p:cNvPr>
          <p:cNvSpPr txBox="1"/>
          <p:nvPr/>
        </p:nvSpPr>
        <p:spPr>
          <a:xfrm>
            <a:off x="1051560" y="3703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github.com/soham200521/TEAM_16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Sense">
  <a:themeElements>
    <a:clrScheme name="SignSense">
      <a:dk1>
        <a:srgbClr val="1E293B"/>
      </a:dk1>
      <a:lt1>
        <a:srgbClr val="FFFFFF"/>
      </a:lt1>
      <a:dk2>
        <a:srgbClr val="0F2A4A"/>
      </a:dk2>
      <a:lt2>
        <a:srgbClr val="EEF4F8"/>
      </a:lt2>
      <a:accent1>
        <a:srgbClr val="0D9488"/>
      </a:accent1>
      <a:accent2>
        <a:srgbClr val="F97316"/>
      </a:accent2>
      <a:accent3>
        <a:srgbClr val="2563EB"/>
      </a:accent3>
      <a:accent4>
        <a:srgbClr val="A21CAF"/>
      </a:accent4>
      <a:accent5>
        <a:srgbClr val="64748B"/>
      </a:accent5>
      <a:accent6>
        <a:srgbClr val="047857"/>
      </a:accent6>
      <a:hlink>
        <a:srgbClr val="2563EB"/>
      </a:hlink>
      <a:folHlink>
        <a:srgbClr val="A21CAF"/>
      </a:folHlink>
    </a:clrScheme>
    <a:fontScheme name="SignSen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SignSense - Real-Time Sign Language Recognition</dc:title>
  <dc:subject>PptxGenJS Presentation</dc:subject>
  <dc:creator>Soham Bacchuwar, Sri Ram Varun Dittakavi, Shubham Daya Vadher, Varun Kumar</dc:creator>
  <cp:lastModifiedBy>Soham Bacchuwar, Sri Ram Varun Dittakavi, Shubham Daya Vadher, Varun Kumar</cp:lastModifiedBy>
  <cp:revision>1</cp:revision>
  <dcterms:created xsi:type="dcterms:W3CDTF">2026-10-29T07:46:47Z</dcterms:created>
  <dcterms:modified xsi:type="dcterms:W3CDTF">2026-10-29T07:46:47Z</dcterms:modified>
</cp:coreProperties>
</file>